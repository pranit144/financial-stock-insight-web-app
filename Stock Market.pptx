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ifonn" charset="1" panose="00000000000000000000"/>
      <p:regular r:id="rId16"/>
    </p:embeddedFon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complete-one-hand-solution-for-stock-market-analysis.vercel.app" TargetMode="External" Type="http://schemas.openxmlformats.org/officeDocument/2006/relationships/hyperlink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905282">
            <a:off x="10747008" y="3915700"/>
            <a:ext cx="7789158" cy="77891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495" y="9495"/>
              <a:ext cx="793811" cy="793811"/>
            </a:xfrm>
            <a:custGeom>
              <a:avLst/>
              <a:gdLst/>
              <a:ahLst/>
              <a:cxnLst/>
              <a:rect r="r" b="b" t="t" l="l"/>
              <a:pathLst>
                <a:path h="793811" w="793811">
                  <a:moveTo>
                    <a:pt x="403210" y="4015"/>
                  </a:moveTo>
                  <a:lnTo>
                    <a:pt x="519915" y="254080"/>
                  </a:lnTo>
                  <a:cubicBezTo>
                    <a:pt x="523988" y="262807"/>
                    <a:pt x="531003" y="269822"/>
                    <a:pt x="539730" y="273895"/>
                  </a:cubicBezTo>
                  <a:lnTo>
                    <a:pt x="789795" y="390600"/>
                  </a:lnTo>
                  <a:cubicBezTo>
                    <a:pt x="792245" y="391743"/>
                    <a:pt x="793810" y="394202"/>
                    <a:pt x="793810" y="396905"/>
                  </a:cubicBezTo>
                  <a:cubicBezTo>
                    <a:pt x="793810" y="399608"/>
                    <a:pt x="792245" y="402067"/>
                    <a:pt x="789795" y="403210"/>
                  </a:cubicBezTo>
                  <a:lnTo>
                    <a:pt x="539730" y="519915"/>
                  </a:lnTo>
                  <a:cubicBezTo>
                    <a:pt x="531003" y="523988"/>
                    <a:pt x="523988" y="531003"/>
                    <a:pt x="519915" y="539730"/>
                  </a:cubicBezTo>
                  <a:lnTo>
                    <a:pt x="403210" y="789795"/>
                  </a:lnTo>
                  <a:cubicBezTo>
                    <a:pt x="402067" y="792245"/>
                    <a:pt x="399608" y="793810"/>
                    <a:pt x="396905" y="793810"/>
                  </a:cubicBezTo>
                  <a:cubicBezTo>
                    <a:pt x="394202" y="793810"/>
                    <a:pt x="391743" y="792245"/>
                    <a:pt x="390600" y="789795"/>
                  </a:cubicBezTo>
                  <a:lnTo>
                    <a:pt x="273895" y="539730"/>
                  </a:lnTo>
                  <a:cubicBezTo>
                    <a:pt x="269822" y="531003"/>
                    <a:pt x="262807" y="523988"/>
                    <a:pt x="254080" y="519915"/>
                  </a:cubicBezTo>
                  <a:lnTo>
                    <a:pt x="4015" y="403210"/>
                  </a:lnTo>
                  <a:cubicBezTo>
                    <a:pt x="1565" y="402067"/>
                    <a:pt x="0" y="399608"/>
                    <a:pt x="0" y="396905"/>
                  </a:cubicBezTo>
                  <a:cubicBezTo>
                    <a:pt x="0" y="394202"/>
                    <a:pt x="1565" y="391743"/>
                    <a:pt x="4015" y="390600"/>
                  </a:cubicBezTo>
                  <a:lnTo>
                    <a:pt x="254080" y="273895"/>
                  </a:lnTo>
                  <a:cubicBezTo>
                    <a:pt x="262807" y="269822"/>
                    <a:pt x="269822" y="262807"/>
                    <a:pt x="273895" y="254080"/>
                  </a:cubicBezTo>
                  <a:lnTo>
                    <a:pt x="390600" y="4015"/>
                  </a:lnTo>
                  <a:cubicBezTo>
                    <a:pt x="391743" y="1565"/>
                    <a:pt x="394202" y="0"/>
                    <a:pt x="396905" y="0"/>
                  </a:cubicBezTo>
                  <a:cubicBezTo>
                    <a:pt x="399608" y="0"/>
                    <a:pt x="402067" y="1565"/>
                    <a:pt x="403210" y="401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5869872"/>
            <a:ext cx="17608520" cy="7395579"/>
          </a:xfrm>
          <a:custGeom>
            <a:avLst/>
            <a:gdLst/>
            <a:ahLst/>
            <a:cxnLst/>
            <a:rect r="r" b="b" t="t" l="l"/>
            <a:pathLst>
              <a:path h="7395579" w="17608520">
                <a:moveTo>
                  <a:pt x="0" y="0"/>
                </a:moveTo>
                <a:lnTo>
                  <a:pt x="17608520" y="0"/>
                </a:lnTo>
                <a:lnTo>
                  <a:pt x="17608520" y="7395578"/>
                </a:lnTo>
                <a:lnTo>
                  <a:pt x="0" y="7395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5400000">
            <a:off x="3520621" y="1165670"/>
            <a:ext cx="2905587" cy="29055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53" y="25453"/>
              <a:ext cx="761894" cy="761894"/>
            </a:xfrm>
            <a:custGeom>
              <a:avLst/>
              <a:gdLst/>
              <a:ahLst/>
              <a:cxnLst/>
              <a:rect r="r" b="b" t="t" l="l"/>
              <a:pathLst>
                <a:path h="761894" w="761894">
                  <a:moveTo>
                    <a:pt x="397850" y="10764"/>
                  </a:moveTo>
                  <a:lnTo>
                    <a:pt x="493360" y="215414"/>
                  </a:lnTo>
                  <a:cubicBezTo>
                    <a:pt x="504278" y="238810"/>
                    <a:pt x="523084" y="257616"/>
                    <a:pt x="546480" y="268534"/>
                  </a:cubicBezTo>
                  <a:lnTo>
                    <a:pt x="751130" y="364044"/>
                  </a:lnTo>
                  <a:cubicBezTo>
                    <a:pt x="757697" y="367109"/>
                    <a:pt x="761894" y="373700"/>
                    <a:pt x="761894" y="380947"/>
                  </a:cubicBezTo>
                  <a:cubicBezTo>
                    <a:pt x="761894" y="388194"/>
                    <a:pt x="757697" y="394785"/>
                    <a:pt x="751130" y="397850"/>
                  </a:cubicBezTo>
                  <a:lnTo>
                    <a:pt x="546480" y="493360"/>
                  </a:lnTo>
                  <a:cubicBezTo>
                    <a:pt x="523084" y="504278"/>
                    <a:pt x="504278" y="523084"/>
                    <a:pt x="493360" y="546480"/>
                  </a:cubicBezTo>
                  <a:lnTo>
                    <a:pt x="397850" y="751130"/>
                  </a:lnTo>
                  <a:cubicBezTo>
                    <a:pt x="394785" y="757697"/>
                    <a:pt x="388194" y="761894"/>
                    <a:pt x="380947" y="761894"/>
                  </a:cubicBezTo>
                  <a:cubicBezTo>
                    <a:pt x="373700" y="761894"/>
                    <a:pt x="367109" y="757697"/>
                    <a:pt x="364044" y="751130"/>
                  </a:cubicBezTo>
                  <a:lnTo>
                    <a:pt x="268534" y="546480"/>
                  </a:lnTo>
                  <a:cubicBezTo>
                    <a:pt x="257616" y="523084"/>
                    <a:pt x="238810" y="504278"/>
                    <a:pt x="215414" y="493360"/>
                  </a:cubicBezTo>
                  <a:lnTo>
                    <a:pt x="10764" y="397850"/>
                  </a:lnTo>
                  <a:cubicBezTo>
                    <a:pt x="4197" y="394785"/>
                    <a:pt x="0" y="388194"/>
                    <a:pt x="0" y="380947"/>
                  </a:cubicBezTo>
                  <a:cubicBezTo>
                    <a:pt x="0" y="373700"/>
                    <a:pt x="4197" y="367109"/>
                    <a:pt x="10764" y="364044"/>
                  </a:cubicBezTo>
                  <a:lnTo>
                    <a:pt x="215414" y="268534"/>
                  </a:lnTo>
                  <a:cubicBezTo>
                    <a:pt x="238810" y="257616"/>
                    <a:pt x="257616" y="238810"/>
                    <a:pt x="268534" y="215414"/>
                  </a:cubicBezTo>
                  <a:lnTo>
                    <a:pt x="364044" y="10764"/>
                  </a:lnTo>
                  <a:cubicBezTo>
                    <a:pt x="367109" y="4197"/>
                    <a:pt x="373700" y="0"/>
                    <a:pt x="380947" y="0"/>
                  </a:cubicBezTo>
                  <a:cubicBezTo>
                    <a:pt x="388194" y="0"/>
                    <a:pt x="394785" y="4197"/>
                    <a:pt x="397850" y="1076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56210" y="8067131"/>
            <a:ext cx="18600420" cy="2431327"/>
            <a:chOff x="0" y="0"/>
            <a:chExt cx="4898876" cy="6403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98876" cy="640349"/>
            </a:xfrm>
            <a:custGeom>
              <a:avLst/>
              <a:gdLst/>
              <a:ahLst/>
              <a:cxnLst/>
              <a:rect r="r" b="b" t="t" l="l"/>
              <a:pathLst>
                <a:path h="640349" w="4898876">
                  <a:moveTo>
                    <a:pt x="0" y="0"/>
                  </a:moveTo>
                  <a:lnTo>
                    <a:pt x="4898876" y="0"/>
                  </a:lnTo>
                  <a:lnTo>
                    <a:pt x="4898876" y="640349"/>
                  </a:lnTo>
                  <a:lnTo>
                    <a:pt x="0" y="640349"/>
                  </a:lnTo>
                  <a:close/>
                </a:path>
              </a:pathLst>
            </a:custGeom>
            <a:gradFill rotWithShape="true">
              <a:gsLst>
                <a:gs pos="0">
                  <a:srgbClr val="EDF0F6">
                    <a:alpha val="0"/>
                  </a:srgbClr>
                </a:gs>
                <a:gs pos="100000">
                  <a:srgbClr val="EDF0F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898876" cy="697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34354" y="732005"/>
            <a:ext cx="14761714" cy="168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76"/>
              </a:lnSpc>
            </a:pPr>
            <a:r>
              <a:rPr lang="en-US" sz="12676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Introduction to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13300" y="8862546"/>
            <a:ext cx="8403822" cy="922382"/>
            <a:chOff x="0" y="0"/>
            <a:chExt cx="11205096" cy="122984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650263" cy="1229842"/>
              <a:chOff x="0" y="0"/>
              <a:chExt cx="1708694" cy="24293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08694" cy="242932"/>
              </a:xfrm>
              <a:custGeom>
                <a:avLst/>
                <a:gdLst/>
                <a:ahLst/>
                <a:cxnLst/>
                <a:rect r="r" b="b" t="t" l="l"/>
                <a:pathLst>
                  <a:path h="242932" w="1708694">
                    <a:moveTo>
                      <a:pt x="23866" y="0"/>
                    </a:moveTo>
                    <a:lnTo>
                      <a:pt x="1684828" y="0"/>
                    </a:lnTo>
                    <a:cubicBezTo>
                      <a:pt x="1698009" y="0"/>
                      <a:pt x="1708694" y="10685"/>
                      <a:pt x="1708694" y="23866"/>
                    </a:cubicBezTo>
                    <a:lnTo>
                      <a:pt x="1708694" y="219065"/>
                    </a:lnTo>
                    <a:cubicBezTo>
                      <a:pt x="1708694" y="225395"/>
                      <a:pt x="1706179" y="231466"/>
                      <a:pt x="1701704" y="235942"/>
                    </a:cubicBezTo>
                    <a:cubicBezTo>
                      <a:pt x="1697228" y="240417"/>
                      <a:pt x="1691157" y="242932"/>
                      <a:pt x="1684828" y="242932"/>
                    </a:cubicBezTo>
                    <a:lnTo>
                      <a:pt x="23866" y="242932"/>
                    </a:lnTo>
                    <a:cubicBezTo>
                      <a:pt x="10685" y="242932"/>
                      <a:pt x="0" y="232246"/>
                      <a:pt x="0" y="219065"/>
                    </a:cubicBezTo>
                    <a:lnTo>
                      <a:pt x="0" y="23866"/>
                    </a:lnTo>
                    <a:cubicBezTo>
                      <a:pt x="0" y="10685"/>
                      <a:pt x="10685" y="0"/>
                      <a:pt x="2386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708694" cy="3000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8891563" y="220644"/>
              <a:ext cx="2313533" cy="864639"/>
              <a:chOff x="0" y="0"/>
              <a:chExt cx="456994" cy="1707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56994" cy="170793"/>
              </a:xfrm>
              <a:custGeom>
                <a:avLst/>
                <a:gdLst/>
                <a:ahLst/>
                <a:cxnLst/>
                <a:rect r="r" b="b" t="t" l="l"/>
                <a:pathLst>
                  <a:path h="170793" w="456994">
                    <a:moveTo>
                      <a:pt x="85396" y="0"/>
                    </a:moveTo>
                    <a:lnTo>
                      <a:pt x="371598" y="0"/>
                    </a:lnTo>
                    <a:cubicBezTo>
                      <a:pt x="394246" y="0"/>
                      <a:pt x="415967" y="8997"/>
                      <a:pt x="431982" y="25012"/>
                    </a:cubicBezTo>
                    <a:cubicBezTo>
                      <a:pt x="447997" y="41027"/>
                      <a:pt x="456994" y="62748"/>
                      <a:pt x="456994" y="85396"/>
                    </a:cubicBezTo>
                    <a:lnTo>
                      <a:pt x="456994" y="85396"/>
                    </a:lnTo>
                    <a:cubicBezTo>
                      <a:pt x="456994" y="108045"/>
                      <a:pt x="447997" y="129766"/>
                      <a:pt x="431982" y="145781"/>
                    </a:cubicBezTo>
                    <a:cubicBezTo>
                      <a:pt x="415967" y="161796"/>
                      <a:pt x="394246" y="170793"/>
                      <a:pt x="371598" y="170793"/>
                    </a:cubicBezTo>
                    <a:lnTo>
                      <a:pt x="85396" y="170793"/>
                    </a:lnTo>
                    <a:cubicBezTo>
                      <a:pt x="62748" y="170793"/>
                      <a:pt x="41027" y="161796"/>
                      <a:pt x="25012" y="145781"/>
                    </a:cubicBezTo>
                    <a:cubicBezTo>
                      <a:pt x="8997" y="129766"/>
                      <a:pt x="0" y="108045"/>
                      <a:pt x="0" y="85396"/>
                    </a:cubicBezTo>
                    <a:lnTo>
                      <a:pt x="0" y="85396"/>
                    </a:lnTo>
                    <a:cubicBezTo>
                      <a:pt x="0" y="62748"/>
                      <a:pt x="8997" y="41027"/>
                      <a:pt x="25012" y="25012"/>
                    </a:cubicBezTo>
                    <a:cubicBezTo>
                      <a:pt x="41027" y="8997"/>
                      <a:pt x="62748" y="0"/>
                      <a:pt x="85396" y="0"/>
                    </a:cubicBezTo>
                    <a:close/>
                  </a:path>
                </a:pathLst>
              </a:custGeom>
              <a:solidFill>
                <a:srgbClr val="BB6B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456994" cy="2279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272355" y="211676"/>
              <a:ext cx="355437" cy="441287"/>
            </a:xfrm>
            <a:custGeom>
              <a:avLst/>
              <a:gdLst/>
              <a:ahLst/>
              <a:cxnLst/>
              <a:rect r="r" b="b" t="t" l="l"/>
              <a:pathLst>
                <a:path h="441287" w="355437">
                  <a:moveTo>
                    <a:pt x="0" y="0"/>
                  </a:moveTo>
                  <a:lnTo>
                    <a:pt x="355437" y="0"/>
                  </a:lnTo>
                  <a:lnTo>
                    <a:pt x="355437" y="441287"/>
                  </a:lnTo>
                  <a:lnTo>
                    <a:pt x="0" y="441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873289" y="126847"/>
              <a:ext cx="729974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Revoluti</a:t>
              </a:r>
              <a:r>
                <a:rPr lang="en-US" sz="23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onizing Financial Insights through Intelligent Automation.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891563" y="475462"/>
              <a:ext cx="2313533" cy="415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Lets Go!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-618353" y="-958913"/>
            <a:ext cx="2905587" cy="290558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53" y="25453"/>
              <a:ext cx="761894" cy="761894"/>
            </a:xfrm>
            <a:custGeom>
              <a:avLst/>
              <a:gdLst/>
              <a:ahLst/>
              <a:cxnLst/>
              <a:rect r="r" b="b" t="t" l="l"/>
              <a:pathLst>
                <a:path h="761894" w="761894">
                  <a:moveTo>
                    <a:pt x="397850" y="10764"/>
                  </a:moveTo>
                  <a:lnTo>
                    <a:pt x="493360" y="215414"/>
                  </a:lnTo>
                  <a:cubicBezTo>
                    <a:pt x="504278" y="238810"/>
                    <a:pt x="523084" y="257616"/>
                    <a:pt x="546480" y="268534"/>
                  </a:cubicBezTo>
                  <a:lnTo>
                    <a:pt x="751130" y="364044"/>
                  </a:lnTo>
                  <a:cubicBezTo>
                    <a:pt x="757697" y="367109"/>
                    <a:pt x="761894" y="373700"/>
                    <a:pt x="761894" y="380947"/>
                  </a:cubicBezTo>
                  <a:cubicBezTo>
                    <a:pt x="761894" y="388194"/>
                    <a:pt x="757697" y="394785"/>
                    <a:pt x="751130" y="397850"/>
                  </a:cubicBezTo>
                  <a:lnTo>
                    <a:pt x="546480" y="493360"/>
                  </a:lnTo>
                  <a:cubicBezTo>
                    <a:pt x="523084" y="504278"/>
                    <a:pt x="504278" y="523084"/>
                    <a:pt x="493360" y="546480"/>
                  </a:cubicBezTo>
                  <a:lnTo>
                    <a:pt x="397850" y="751130"/>
                  </a:lnTo>
                  <a:cubicBezTo>
                    <a:pt x="394785" y="757697"/>
                    <a:pt x="388194" y="761894"/>
                    <a:pt x="380947" y="761894"/>
                  </a:cubicBezTo>
                  <a:cubicBezTo>
                    <a:pt x="373700" y="761894"/>
                    <a:pt x="367109" y="757697"/>
                    <a:pt x="364044" y="751130"/>
                  </a:cubicBezTo>
                  <a:lnTo>
                    <a:pt x="268534" y="546480"/>
                  </a:lnTo>
                  <a:cubicBezTo>
                    <a:pt x="257616" y="523084"/>
                    <a:pt x="238810" y="504278"/>
                    <a:pt x="215414" y="493360"/>
                  </a:cubicBezTo>
                  <a:lnTo>
                    <a:pt x="10764" y="397850"/>
                  </a:lnTo>
                  <a:cubicBezTo>
                    <a:pt x="4197" y="394785"/>
                    <a:pt x="0" y="388194"/>
                    <a:pt x="0" y="380947"/>
                  </a:cubicBezTo>
                  <a:cubicBezTo>
                    <a:pt x="0" y="373700"/>
                    <a:pt x="4197" y="367109"/>
                    <a:pt x="10764" y="364044"/>
                  </a:cubicBezTo>
                  <a:lnTo>
                    <a:pt x="215414" y="268534"/>
                  </a:lnTo>
                  <a:cubicBezTo>
                    <a:pt x="238810" y="257616"/>
                    <a:pt x="257616" y="238810"/>
                    <a:pt x="268534" y="215414"/>
                  </a:cubicBezTo>
                  <a:lnTo>
                    <a:pt x="364044" y="10764"/>
                  </a:lnTo>
                  <a:cubicBezTo>
                    <a:pt x="367109" y="4197"/>
                    <a:pt x="373700" y="0"/>
                    <a:pt x="380947" y="0"/>
                  </a:cubicBezTo>
                  <a:cubicBezTo>
                    <a:pt x="388194" y="0"/>
                    <a:pt x="394785" y="4197"/>
                    <a:pt x="397850" y="1076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357879" y="5142948"/>
            <a:ext cx="7314664" cy="3652923"/>
          </a:xfrm>
          <a:custGeom>
            <a:avLst/>
            <a:gdLst/>
            <a:ahLst/>
            <a:cxnLst/>
            <a:rect r="r" b="b" t="t" l="l"/>
            <a:pathLst>
              <a:path h="3652923" w="7314664">
                <a:moveTo>
                  <a:pt x="0" y="0"/>
                </a:moveTo>
                <a:lnTo>
                  <a:pt x="7314664" y="0"/>
                </a:lnTo>
                <a:lnTo>
                  <a:pt x="7314664" y="3652923"/>
                </a:lnTo>
                <a:lnTo>
                  <a:pt x="0" y="3652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812" t="-33972" r="-27806" b="-43189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57536" y="2659596"/>
            <a:ext cx="17289970" cy="169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76"/>
              </a:lnSpc>
            </a:pPr>
            <a:r>
              <a:rPr lang="en-US" sz="12676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STOCK MARKET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22864" y="4274266"/>
            <a:ext cx="4842272" cy="86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Analysis using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09261" y="3042634"/>
            <a:ext cx="6880960" cy="7019060"/>
            <a:chOff x="0" y="0"/>
            <a:chExt cx="1812269" cy="18486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2269" cy="1848641"/>
            </a:xfrm>
            <a:custGeom>
              <a:avLst/>
              <a:gdLst/>
              <a:ahLst/>
              <a:cxnLst/>
              <a:rect r="r" b="b" t="t" l="l"/>
              <a:pathLst>
                <a:path h="1848641" w="1812269">
                  <a:moveTo>
                    <a:pt x="0" y="0"/>
                  </a:moveTo>
                  <a:lnTo>
                    <a:pt x="1812269" y="0"/>
                  </a:lnTo>
                  <a:lnTo>
                    <a:pt x="1812269" y="1848641"/>
                  </a:lnTo>
                  <a:lnTo>
                    <a:pt x="0" y="184864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812269" cy="1905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05010" y="2948688"/>
            <a:ext cx="6585211" cy="7188218"/>
          </a:xfrm>
          <a:custGeom>
            <a:avLst/>
            <a:gdLst/>
            <a:ahLst/>
            <a:cxnLst/>
            <a:rect r="r" b="b" t="t" l="l"/>
            <a:pathLst>
              <a:path h="7188218" w="6585211">
                <a:moveTo>
                  <a:pt x="0" y="0"/>
                </a:moveTo>
                <a:lnTo>
                  <a:pt x="6585211" y="0"/>
                </a:lnTo>
                <a:lnTo>
                  <a:pt x="6585211" y="7188218"/>
                </a:lnTo>
                <a:lnTo>
                  <a:pt x="0" y="7188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27" t="0" r="-882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97110" y="6808733"/>
            <a:ext cx="7667997" cy="7366070"/>
          </a:xfrm>
          <a:custGeom>
            <a:avLst/>
            <a:gdLst/>
            <a:ahLst/>
            <a:cxnLst/>
            <a:rect r="r" b="b" t="t" l="l"/>
            <a:pathLst>
              <a:path h="7366070" w="7667997">
                <a:moveTo>
                  <a:pt x="0" y="0"/>
                </a:moveTo>
                <a:lnTo>
                  <a:pt x="7667998" y="0"/>
                </a:lnTo>
                <a:lnTo>
                  <a:pt x="7667998" y="7366070"/>
                </a:lnTo>
                <a:lnTo>
                  <a:pt x="0" y="7366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-5250207">
            <a:off x="-1946918" y="-2123450"/>
            <a:ext cx="5449437" cy="544943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571" y="13571"/>
              <a:ext cx="785657" cy="785657"/>
            </a:xfrm>
            <a:custGeom>
              <a:avLst/>
              <a:gdLst/>
              <a:ahLst/>
              <a:cxnLst/>
              <a:rect r="r" b="b" t="t" l="l"/>
              <a:pathLst>
                <a:path h="785657" w="785657">
                  <a:moveTo>
                    <a:pt x="401841" y="5740"/>
                  </a:moveTo>
                  <a:lnTo>
                    <a:pt x="513132" y="244203"/>
                  </a:lnTo>
                  <a:cubicBezTo>
                    <a:pt x="518954" y="256677"/>
                    <a:pt x="528981" y="266704"/>
                    <a:pt x="541455" y="272526"/>
                  </a:cubicBezTo>
                  <a:lnTo>
                    <a:pt x="779918" y="383817"/>
                  </a:lnTo>
                  <a:cubicBezTo>
                    <a:pt x="783420" y="385451"/>
                    <a:pt x="785658" y="388965"/>
                    <a:pt x="785658" y="392829"/>
                  </a:cubicBezTo>
                  <a:cubicBezTo>
                    <a:pt x="785658" y="396693"/>
                    <a:pt x="783420" y="400207"/>
                    <a:pt x="779918" y="401841"/>
                  </a:cubicBezTo>
                  <a:lnTo>
                    <a:pt x="541455" y="513132"/>
                  </a:lnTo>
                  <a:cubicBezTo>
                    <a:pt x="528981" y="518954"/>
                    <a:pt x="518954" y="528981"/>
                    <a:pt x="513132" y="541455"/>
                  </a:cubicBezTo>
                  <a:lnTo>
                    <a:pt x="401841" y="779918"/>
                  </a:lnTo>
                  <a:cubicBezTo>
                    <a:pt x="400207" y="783420"/>
                    <a:pt x="396693" y="785658"/>
                    <a:pt x="392829" y="785658"/>
                  </a:cubicBezTo>
                  <a:cubicBezTo>
                    <a:pt x="388965" y="785658"/>
                    <a:pt x="385451" y="783420"/>
                    <a:pt x="383817" y="779918"/>
                  </a:cubicBezTo>
                  <a:lnTo>
                    <a:pt x="272526" y="541455"/>
                  </a:lnTo>
                  <a:cubicBezTo>
                    <a:pt x="266704" y="528981"/>
                    <a:pt x="256677" y="518954"/>
                    <a:pt x="244203" y="513132"/>
                  </a:cubicBezTo>
                  <a:lnTo>
                    <a:pt x="5740" y="401841"/>
                  </a:lnTo>
                  <a:cubicBezTo>
                    <a:pt x="2238" y="400207"/>
                    <a:pt x="0" y="396693"/>
                    <a:pt x="0" y="392829"/>
                  </a:cubicBezTo>
                  <a:cubicBezTo>
                    <a:pt x="0" y="388965"/>
                    <a:pt x="2238" y="385451"/>
                    <a:pt x="5740" y="383817"/>
                  </a:cubicBezTo>
                  <a:lnTo>
                    <a:pt x="244203" y="272526"/>
                  </a:lnTo>
                  <a:cubicBezTo>
                    <a:pt x="256677" y="266704"/>
                    <a:pt x="266704" y="256677"/>
                    <a:pt x="272526" y="244203"/>
                  </a:cubicBezTo>
                  <a:lnTo>
                    <a:pt x="383817" y="5740"/>
                  </a:lnTo>
                  <a:cubicBezTo>
                    <a:pt x="385451" y="2238"/>
                    <a:pt x="388965" y="0"/>
                    <a:pt x="392829" y="0"/>
                  </a:cubicBezTo>
                  <a:cubicBezTo>
                    <a:pt x="396693" y="0"/>
                    <a:pt x="400207" y="2238"/>
                    <a:pt x="401841" y="574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0" y="3367252"/>
            <a:ext cx="9873235" cy="9662181"/>
          </a:xfrm>
          <a:custGeom>
            <a:avLst/>
            <a:gdLst/>
            <a:ahLst/>
            <a:cxnLst/>
            <a:rect r="r" b="b" t="t" l="l"/>
            <a:pathLst>
              <a:path h="9662181" w="9873235">
                <a:moveTo>
                  <a:pt x="9873235" y="0"/>
                </a:moveTo>
                <a:lnTo>
                  <a:pt x="0" y="0"/>
                </a:lnTo>
                <a:lnTo>
                  <a:pt x="0" y="9662180"/>
                </a:lnTo>
                <a:lnTo>
                  <a:pt x="9873235" y="9662180"/>
                </a:lnTo>
                <a:lnTo>
                  <a:pt x="9873235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579375" y="1126056"/>
            <a:ext cx="17485732" cy="138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10400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Stock Market Challenges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1647" y="2892608"/>
            <a:ext cx="8864367" cy="617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🔹 </a:t>
            </a:r>
            <a:r>
              <a:rPr lang="en-US" b="true" sz="29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Overload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Massive, noisy, and unstructured real-time data makes analysis tough.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🔹 </a:t>
            </a:r>
            <a:r>
              <a:rPr lang="en-US" b="true" sz="29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Emotional Trading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FOMO, panic, and herd behavior drive irrational market moves.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🔹 </a:t>
            </a:r>
            <a:r>
              <a:rPr lang="en-US" b="true" sz="29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Slow Decisions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Manual analysis causes delayed responses to fast changes.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🔹</a:t>
            </a:r>
            <a:r>
              <a:rPr lang="en-US" b="true" sz="29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Unstable Predictions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High uncertainty due to market complexity and sudden shifts.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79830" y="899382"/>
            <a:ext cx="2905587" cy="29055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53" y="25453"/>
              <a:ext cx="761894" cy="761894"/>
            </a:xfrm>
            <a:custGeom>
              <a:avLst/>
              <a:gdLst/>
              <a:ahLst/>
              <a:cxnLst/>
              <a:rect r="r" b="b" t="t" l="l"/>
              <a:pathLst>
                <a:path h="761894" w="761894">
                  <a:moveTo>
                    <a:pt x="397850" y="10764"/>
                  </a:moveTo>
                  <a:lnTo>
                    <a:pt x="493360" y="215414"/>
                  </a:lnTo>
                  <a:cubicBezTo>
                    <a:pt x="504278" y="238810"/>
                    <a:pt x="523084" y="257616"/>
                    <a:pt x="546480" y="268534"/>
                  </a:cubicBezTo>
                  <a:lnTo>
                    <a:pt x="751130" y="364044"/>
                  </a:lnTo>
                  <a:cubicBezTo>
                    <a:pt x="757697" y="367109"/>
                    <a:pt x="761894" y="373700"/>
                    <a:pt x="761894" y="380947"/>
                  </a:cubicBezTo>
                  <a:cubicBezTo>
                    <a:pt x="761894" y="388194"/>
                    <a:pt x="757697" y="394785"/>
                    <a:pt x="751130" y="397850"/>
                  </a:cubicBezTo>
                  <a:lnTo>
                    <a:pt x="546480" y="493360"/>
                  </a:lnTo>
                  <a:cubicBezTo>
                    <a:pt x="523084" y="504278"/>
                    <a:pt x="504278" y="523084"/>
                    <a:pt x="493360" y="546480"/>
                  </a:cubicBezTo>
                  <a:lnTo>
                    <a:pt x="397850" y="751130"/>
                  </a:lnTo>
                  <a:cubicBezTo>
                    <a:pt x="394785" y="757697"/>
                    <a:pt x="388194" y="761894"/>
                    <a:pt x="380947" y="761894"/>
                  </a:cubicBezTo>
                  <a:cubicBezTo>
                    <a:pt x="373700" y="761894"/>
                    <a:pt x="367109" y="757697"/>
                    <a:pt x="364044" y="751130"/>
                  </a:cubicBezTo>
                  <a:lnTo>
                    <a:pt x="268534" y="546480"/>
                  </a:lnTo>
                  <a:cubicBezTo>
                    <a:pt x="257616" y="523084"/>
                    <a:pt x="238810" y="504278"/>
                    <a:pt x="215414" y="493360"/>
                  </a:cubicBezTo>
                  <a:lnTo>
                    <a:pt x="10764" y="397850"/>
                  </a:lnTo>
                  <a:cubicBezTo>
                    <a:pt x="4197" y="394785"/>
                    <a:pt x="0" y="388194"/>
                    <a:pt x="0" y="380947"/>
                  </a:cubicBezTo>
                  <a:cubicBezTo>
                    <a:pt x="0" y="373700"/>
                    <a:pt x="4197" y="367109"/>
                    <a:pt x="10764" y="364044"/>
                  </a:cubicBezTo>
                  <a:lnTo>
                    <a:pt x="215414" y="268534"/>
                  </a:lnTo>
                  <a:cubicBezTo>
                    <a:pt x="238810" y="257616"/>
                    <a:pt x="257616" y="238810"/>
                    <a:pt x="268534" y="215414"/>
                  </a:cubicBezTo>
                  <a:lnTo>
                    <a:pt x="364044" y="10764"/>
                  </a:lnTo>
                  <a:cubicBezTo>
                    <a:pt x="367109" y="4197"/>
                    <a:pt x="373700" y="0"/>
                    <a:pt x="380947" y="0"/>
                  </a:cubicBezTo>
                  <a:cubicBezTo>
                    <a:pt x="388194" y="0"/>
                    <a:pt x="394785" y="4197"/>
                    <a:pt x="397850" y="1076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0" y="3592632"/>
            <a:ext cx="9873235" cy="9662181"/>
          </a:xfrm>
          <a:custGeom>
            <a:avLst/>
            <a:gdLst/>
            <a:ahLst/>
            <a:cxnLst/>
            <a:rect r="r" b="b" t="t" l="l"/>
            <a:pathLst>
              <a:path h="9662181" w="9873235">
                <a:moveTo>
                  <a:pt x="9873235" y="0"/>
                </a:moveTo>
                <a:lnTo>
                  <a:pt x="0" y="0"/>
                </a:lnTo>
                <a:lnTo>
                  <a:pt x="0" y="9662181"/>
                </a:lnTo>
                <a:lnTo>
                  <a:pt x="9873235" y="9662181"/>
                </a:lnTo>
                <a:lnTo>
                  <a:pt x="9873235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185597" y="2843511"/>
            <a:ext cx="9873235" cy="9662181"/>
          </a:xfrm>
          <a:custGeom>
            <a:avLst/>
            <a:gdLst/>
            <a:ahLst/>
            <a:cxnLst/>
            <a:rect r="r" b="b" t="t" l="l"/>
            <a:pathLst>
              <a:path h="9662181" w="9873235">
                <a:moveTo>
                  <a:pt x="0" y="0"/>
                </a:moveTo>
                <a:lnTo>
                  <a:pt x="9873235" y="0"/>
                </a:lnTo>
                <a:lnTo>
                  <a:pt x="9873235" y="9662180"/>
                </a:lnTo>
                <a:lnTo>
                  <a:pt x="0" y="9662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635172" y="2126795"/>
            <a:ext cx="7862110" cy="6984422"/>
          </a:xfrm>
          <a:custGeom>
            <a:avLst/>
            <a:gdLst/>
            <a:ahLst/>
            <a:cxnLst/>
            <a:rect r="r" b="b" t="t" l="l"/>
            <a:pathLst>
              <a:path h="6984422" w="7862110">
                <a:moveTo>
                  <a:pt x="0" y="0"/>
                </a:moveTo>
                <a:lnTo>
                  <a:pt x="7862110" y="0"/>
                </a:lnTo>
                <a:lnTo>
                  <a:pt x="7862110" y="6984422"/>
                </a:lnTo>
                <a:lnTo>
                  <a:pt x="0" y="6984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21141"/>
            <a:ext cx="16230600" cy="193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7400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Why Agentic AI &amp; 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266451"/>
            <a:ext cx="12756947" cy="74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🔍</a:t>
            </a:r>
            <a:r>
              <a:rPr lang="en-US" b="true" sz="32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Why Agentic AI?</a:t>
            </a:r>
          </a:p>
          <a:p>
            <a:pPr algn="l" marL="701564" indent="-350782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Acts autonomously to gather data and execute tasks</a:t>
            </a:r>
          </a:p>
          <a:p>
            <a:pPr algn="l" marL="701564" indent="-350782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Continuously learns and adapts to market goals</a:t>
            </a:r>
          </a:p>
          <a:p>
            <a:pPr algn="l" marL="701564" indent="-350782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Makes intelligent, real-time decisions without manual input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🧠</a:t>
            </a:r>
            <a:r>
              <a:rPr lang="en-US" b="true" sz="32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System Architecture Overview</a:t>
            </a:r>
          </a:p>
          <a:p>
            <a:pPr algn="l" marL="701564" indent="-350782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Ingestion – Market APIs, news feeds, financial sources</a:t>
            </a:r>
          </a:p>
          <a:p>
            <a:pPr algn="l" marL="701564" indent="-350782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RAG Layer – Retrieves relevant info via vector databases</a:t>
            </a:r>
          </a:p>
          <a:p>
            <a:pPr algn="l" marL="701564" indent="-350782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LLM Layer – Understands context and generates insights</a:t>
            </a:r>
          </a:p>
          <a:p>
            <a:pPr algn="l" marL="701564" indent="-350782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Agent Engine – Tools like PHIdata/Polygon drive actions</a:t>
            </a:r>
          </a:p>
          <a:p>
            <a:pPr algn="l" marL="701564" indent="-350782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 – Delivers alerts, summaries, and market strategies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9069305"/>
            <a:ext cx="18600420" cy="2431327"/>
            <a:chOff x="0" y="0"/>
            <a:chExt cx="4898876" cy="6403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98876" cy="640349"/>
            </a:xfrm>
            <a:custGeom>
              <a:avLst/>
              <a:gdLst/>
              <a:ahLst/>
              <a:cxnLst/>
              <a:rect r="r" b="b" t="t" l="l"/>
              <a:pathLst>
                <a:path h="640349" w="4898876">
                  <a:moveTo>
                    <a:pt x="0" y="0"/>
                  </a:moveTo>
                  <a:lnTo>
                    <a:pt x="4898876" y="0"/>
                  </a:lnTo>
                  <a:lnTo>
                    <a:pt x="4898876" y="640349"/>
                  </a:lnTo>
                  <a:lnTo>
                    <a:pt x="0" y="640349"/>
                  </a:lnTo>
                  <a:close/>
                </a:path>
              </a:pathLst>
            </a:custGeom>
            <a:gradFill rotWithShape="true">
              <a:gsLst>
                <a:gs pos="0">
                  <a:srgbClr val="EDF0F6">
                    <a:alpha val="0"/>
                  </a:srgbClr>
                </a:gs>
                <a:gs pos="100000">
                  <a:srgbClr val="EDF0F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898876" cy="697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4615832">
            <a:off x="-2109543" y="-566306"/>
            <a:ext cx="4830607" cy="483060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5310" y="15310"/>
              <a:ext cx="782180" cy="782180"/>
            </a:xfrm>
            <a:custGeom>
              <a:avLst/>
              <a:gdLst/>
              <a:ahLst/>
              <a:cxnLst/>
              <a:rect r="r" b="b" t="t" l="l"/>
              <a:pathLst>
                <a:path h="782180" w="782180">
                  <a:moveTo>
                    <a:pt x="401257" y="6475"/>
                  </a:moveTo>
                  <a:lnTo>
                    <a:pt x="510238" y="239990"/>
                  </a:lnTo>
                  <a:cubicBezTo>
                    <a:pt x="516806" y="254063"/>
                    <a:pt x="528117" y="265374"/>
                    <a:pt x="542190" y="271942"/>
                  </a:cubicBezTo>
                  <a:lnTo>
                    <a:pt x="775705" y="380923"/>
                  </a:lnTo>
                  <a:cubicBezTo>
                    <a:pt x="779655" y="382767"/>
                    <a:pt x="782180" y="386731"/>
                    <a:pt x="782180" y="391090"/>
                  </a:cubicBezTo>
                  <a:cubicBezTo>
                    <a:pt x="782180" y="395449"/>
                    <a:pt x="779655" y="399413"/>
                    <a:pt x="775705" y="401257"/>
                  </a:cubicBezTo>
                  <a:lnTo>
                    <a:pt x="542190" y="510238"/>
                  </a:lnTo>
                  <a:cubicBezTo>
                    <a:pt x="528117" y="516806"/>
                    <a:pt x="516806" y="528117"/>
                    <a:pt x="510238" y="542190"/>
                  </a:cubicBezTo>
                  <a:lnTo>
                    <a:pt x="401257" y="775705"/>
                  </a:lnTo>
                  <a:cubicBezTo>
                    <a:pt x="399413" y="779655"/>
                    <a:pt x="395449" y="782180"/>
                    <a:pt x="391090" y="782180"/>
                  </a:cubicBezTo>
                  <a:cubicBezTo>
                    <a:pt x="386731" y="782180"/>
                    <a:pt x="382767" y="779655"/>
                    <a:pt x="380923" y="775705"/>
                  </a:cubicBezTo>
                  <a:lnTo>
                    <a:pt x="271942" y="542190"/>
                  </a:lnTo>
                  <a:cubicBezTo>
                    <a:pt x="265374" y="528117"/>
                    <a:pt x="254063" y="516806"/>
                    <a:pt x="239990" y="510238"/>
                  </a:cubicBezTo>
                  <a:lnTo>
                    <a:pt x="6475" y="401257"/>
                  </a:lnTo>
                  <a:cubicBezTo>
                    <a:pt x="2525" y="399413"/>
                    <a:pt x="0" y="395449"/>
                    <a:pt x="0" y="391090"/>
                  </a:cubicBezTo>
                  <a:cubicBezTo>
                    <a:pt x="0" y="386731"/>
                    <a:pt x="2525" y="382767"/>
                    <a:pt x="6475" y="380923"/>
                  </a:cubicBezTo>
                  <a:lnTo>
                    <a:pt x="239990" y="271942"/>
                  </a:lnTo>
                  <a:cubicBezTo>
                    <a:pt x="254063" y="265374"/>
                    <a:pt x="265374" y="254063"/>
                    <a:pt x="271942" y="239990"/>
                  </a:cubicBezTo>
                  <a:lnTo>
                    <a:pt x="380923" y="6475"/>
                  </a:lnTo>
                  <a:cubicBezTo>
                    <a:pt x="382767" y="2525"/>
                    <a:pt x="386731" y="0"/>
                    <a:pt x="391090" y="0"/>
                  </a:cubicBezTo>
                  <a:cubicBezTo>
                    <a:pt x="395449" y="0"/>
                    <a:pt x="399413" y="2525"/>
                    <a:pt x="401257" y="64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0" y="6403980"/>
            <a:ext cx="17608520" cy="7395579"/>
          </a:xfrm>
          <a:custGeom>
            <a:avLst/>
            <a:gdLst/>
            <a:ahLst/>
            <a:cxnLst/>
            <a:rect r="r" b="b" t="t" l="l"/>
            <a:pathLst>
              <a:path h="7395579" w="17608520">
                <a:moveTo>
                  <a:pt x="17608520" y="0"/>
                </a:moveTo>
                <a:lnTo>
                  <a:pt x="0" y="0"/>
                </a:lnTo>
                <a:lnTo>
                  <a:pt x="0" y="7395579"/>
                </a:lnTo>
                <a:lnTo>
                  <a:pt x="17608520" y="7395579"/>
                </a:lnTo>
                <a:lnTo>
                  <a:pt x="1760852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15338" y="2502642"/>
            <a:ext cx="7001450" cy="5618473"/>
          </a:xfrm>
          <a:custGeom>
            <a:avLst/>
            <a:gdLst/>
            <a:ahLst/>
            <a:cxnLst/>
            <a:rect r="r" b="b" t="t" l="l"/>
            <a:pathLst>
              <a:path h="5618473" w="7001450">
                <a:moveTo>
                  <a:pt x="0" y="0"/>
                </a:moveTo>
                <a:lnTo>
                  <a:pt x="7001451" y="0"/>
                </a:lnTo>
                <a:lnTo>
                  <a:pt x="7001451" y="5618473"/>
                </a:lnTo>
                <a:lnTo>
                  <a:pt x="0" y="5618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98" t="0" r="-275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8362" y="1089548"/>
            <a:ext cx="16611276" cy="99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7400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RAG + LLM in 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979" y="2426442"/>
            <a:ext cx="10635570" cy="619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📚 </a:t>
            </a: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Retrieval-Augmented Generation (RAG)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📄 Fetches relevant documents or data snippets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🧠 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Builds a context vector for the LLM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🤖 </a:t>
            </a: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LLM Integration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📝 Uses retrieved context to generate accurate, grounded responses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🚫 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Minimizes hallucinations and factual errors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🔁 </a:t>
            </a: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Flow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💬 User query: “What’s driving today’s NASDAQ dip?”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🔍 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Retriever: Fetches top-K relevant news articles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🧾 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LLM Output: Synthesizes and presents an evidence-backed answer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882" y="1148058"/>
            <a:ext cx="11911245" cy="10278925"/>
          </a:xfrm>
          <a:custGeom>
            <a:avLst/>
            <a:gdLst/>
            <a:ahLst/>
            <a:cxnLst/>
            <a:rect r="r" b="b" t="t" l="l"/>
            <a:pathLst>
              <a:path h="10278925" w="11911245">
                <a:moveTo>
                  <a:pt x="0" y="0"/>
                </a:moveTo>
                <a:lnTo>
                  <a:pt x="11911246" y="0"/>
                </a:lnTo>
                <a:lnTo>
                  <a:pt x="11911246" y="10278925"/>
                </a:lnTo>
                <a:lnTo>
                  <a:pt x="0" y="10278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-2186948">
            <a:off x="-96199" y="7386256"/>
            <a:ext cx="2631991" cy="26319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8099" y="28099"/>
              <a:ext cx="756602" cy="756602"/>
            </a:xfrm>
            <a:custGeom>
              <a:avLst/>
              <a:gdLst/>
              <a:ahLst/>
              <a:cxnLst/>
              <a:rect r="r" b="b" t="t" l="l"/>
              <a:pathLst>
                <a:path h="756602" w="756602">
                  <a:moveTo>
                    <a:pt x="396961" y="11883"/>
                  </a:moveTo>
                  <a:lnTo>
                    <a:pt x="488957" y="209004"/>
                  </a:lnTo>
                  <a:cubicBezTo>
                    <a:pt x="501010" y="234831"/>
                    <a:pt x="521771" y="255592"/>
                    <a:pt x="547598" y="267645"/>
                  </a:cubicBezTo>
                  <a:lnTo>
                    <a:pt x="744719" y="359641"/>
                  </a:lnTo>
                  <a:cubicBezTo>
                    <a:pt x="751968" y="363025"/>
                    <a:pt x="756602" y="370301"/>
                    <a:pt x="756602" y="378301"/>
                  </a:cubicBezTo>
                  <a:cubicBezTo>
                    <a:pt x="756602" y="386301"/>
                    <a:pt x="751968" y="393577"/>
                    <a:pt x="744719" y="396961"/>
                  </a:cubicBezTo>
                  <a:lnTo>
                    <a:pt x="547598" y="488957"/>
                  </a:lnTo>
                  <a:cubicBezTo>
                    <a:pt x="521771" y="501010"/>
                    <a:pt x="501010" y="521771"/>
                    <a:pt x="488957" y="547598"/>
                  </a:cubicBezTo>
                  <a:lnTo>
                    <a:pt x="396961" y="744719"/>
                  </a:lnTo>
                  <a:cubicBezTo>
                    <a:pt x="393577" y="751968"/>
                    <a:pt x="386301" y="756602"/>
                    <a:pt x="378301" y="756602"/>
                  </a:cubicBezTo>
                  <a:cubicBezTo>
                    <a:pt x="370301" y="756602"/>
                    <a:pt x="363025" y="751968"/>
                    <a:pt x="359641" y="744719"/>
                  </a:cubicBezTo>
                  <a:lnTo>
                    <a:pt x="267645" y="547598"/>
                  </a:lnTo>
                  <a:cubicBezTo>
                    <a:pt x="255592" y="521771"/>
                    <a:pt x="234831" y="501010"/>
                    <a:pt x="209004" y="488957"/>
                  </a:cubicBezTo>
                  <a:lnTo>
                    <a:pt x="11883" y="396961"/>
                  </a:lnTo>
                  <a:cubicBezTo>
                    <a:pt x="4634" y="393577"/>
                    <a:pt x="0" y="386301"/>
                    <a:pt x="0" y="378301"/>
                  </a:cubicBezTo>
                  <a:cubicBezTo>
                    <a:pt x="0" y="370301"/>
                    <a:pt x="4634" y="363025"/>
                    <a:pt x="11883" y="359641"/>
                  </a:cubicBezTo>
                  <a:lnTo>
                    <a:pt x="209004" y="267645"/>
                  </a:lnTo>
                  <a:cubicBezTo>
                    <a:pt x="234831" y="255592"/>
                    <a:pt x="255592" y="234831"/>
                    <a:pt x="267645" y="209004"/>
                  </a:cubicBezTo>
                  <a:lnTo>
                    <a:pt x="359641" y="11883"/>
                  </a:lnTo>
                  <a:cubicBezTo>
                    <a:pt x="363025" y="4634"/>
                    <a:pt x="370301" y="0"/>
                    <a:pt x="378301" y="0"/>
                  </a:cubicBezTo>
                  <a:cubicBezTo>
                    <a:pt x="386301" y="0"/>
                    <a:pt x="393577" y="4634"/>
                    <a:pt x="396961" y="1188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9576" y="6005105"/>
            <a:ext cx="5637787" cy="4091943"/>
            <a:chOff x="0" y="0"/>
            <a:chExt cx="688255" cy="4995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255" cy="499540"/>
            </a:xfrm>
            <a:custGeom>
              <a:avLst/>
              <a:gdLst/>
              <a:ahLst/>
              <a:cxnLst/>
              <a:rect r="r" b="b" t="t" l="l"/>
              <a:pathLst>
                <a:path h="499540" w="688255">
                  <a:moveTo>
                    <a:pt x="27464" y="0"/>
                  </a:moveTo>
                  <a:lnTo>
                    <a:pt x="660790" y="0"/>
                  </a:lnTo>
                  <a:cubicBezTo>
                    <a:pt x="668074" y="0"/>
                    <a:pt x="675060" y="2894"/>
                    <a:pt x="680211" y="8044"/>
                  </a:cubicBezTo>
                  <a:cubicBezTo>
                    <a:pt x="685361" y="13195"/>
                    <a:pt x="688255" y="20180"/>
                    <a:pt x="688255" y="27464"/>
                  </a:cubicBezTo>
                  <a:lnTo>
                    <a:pt x="688255" y="472075"/>
                  </a:lnTo>
                  <a:cubicBezTo>
                    <a:pt x="688255" y="479359"/>
                    <a:pt x="685361" y="486345"/>
                    <a:pt x="680211" y="491496"/>
                  </a:cubicBezTo>
                  <a:cubicBezTo>
                    <a:pt x="675060" y="496646"/>
                    <a:pt x="668074" y="499540"/>
                    <a:pt x="660790" y="499540"/>
                  </a:cubicBezTo>
                  <a:lnTo>
                    <a:pt x="27464" y="499540"/>
                  </a:lnTo>
                  <a:cubicBezTo>
                    <a:pt x="20180" y="499540"/>
                    <a:pt x="13195" y="496646"/>
                    <a:pt x="8044" y="491496"/>
                  </a:cubicBezTo>
                  <a:cubicBezTo>
                    <a:pt x="2894" y="486345"/>
                    <a:pt x="0" y="479359"/>
                    <a:pt x="0" y="472075"/>
                  </a:cubicBezTo>
                  <a:lnTo>
                    <a:pt x="0" y="27464"/>
                  </a:lnTo>
                  <a:cubicBezTo>
                    <a:pt x="0" y="20180"/>
                    <a:pt x="2894" y="13195"/>
                    <a:pt x="8044" y="8044"/>
                  </a:cubicBezTo>
                  <a:cubicBezTo>
                    <a:pt x="13195" y="2894"/>
                    <a:pt x="20180" y="0"/>
                    <a:pt x="2746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688255" cy="55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9576" y="2565657"/>
            <a:ext cx="3669103" cy="3344038"/>
            <a:chOff x="0" y="0"/>
            <a:chExt cx="447920" cy="4082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7920" cy="408236"/>
            </a:xfrm>
            <a:custGeom>
              <a:avLst/>
              <a:gdLst/>
              <a:ahLst/>
              <a:cxnLst/>
              <a:rect r="r" b="b" t="t" l="l"/>
              <a:pathLst>
                <a:path h="408236" w="447920">
                  <a:moveTo>
                    <a:pt x="42201" y="0"/>
                  </a:moveTo>
                  <a:lnTo>
                    <a:pt x="405719" y="0"/>
                  </a:lnTo>
                  <a:cubicBezTo>
                    <a:pt x="429026" y="0"/>
                    <a:pt x="447920" y="18894"/>
                    <a:pt x="447920" y="42201"/>
                  </a:cubicBezTo>
                  <a:lnTo>
                    <a:pt x="447920" y="366036"/>
                  </a:lnTo>
                  <a:cubicBezTo>
                    <a:pt x="447920" y="389343"/>
                    <a:pt x="429026" y="408236"/>
                    <a:pt x="405719" y="408236"/>
                  </a:cubicBezTo>
                  <a:lnTo>
                    <a:pt x="42201" y="408236"/>
                  </a:lnTo>
                  <a:cubicBezTo>
                    <a:pt x="18894" y="408236"/>
                    <a:pt x="0" y="389343"/>
                    <a:pt x="0" y="366036"/>
                  </a:cubicBezTo>
                  <a:lnTo>
                    <a:pt x="0" y="42201"/>
                  </a:lnTo>
                  <a:cubicBezTo>
                    <a:pt x="0" y="18894"/>
                    <a:pt x="18894" y="0"/>
                    <a:pt x="4220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47920" cy="465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8169472">
            <a:off x="13482094" y="-818188"/>
            <a:ext cx="5574228" cy="557422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3267" y="13267"/>
              <a:ext cx="786265" cy="786265"/>
            </a:xfrm>
            <a:custGeom>
              <a:avLst/>
              <a:gdLst/>
              <a:ahLst/>
              <a:cxnLst/>
              <a:rect r="r" b="b" t="t" l="l"/>
              <a:pathLst>
                <a:path h="786265" w="786265">
                  <a:moveTo>
                    <a:pt x="401944" y="5611"/>
                  </a:moveTo>
                  <a:lnTo>
                    <a:pt x="513638" y="244939"/>
                  </a:lnTo>
                  <a:cubicBezTo>
                    <a:pt x="519329" y="257134"/>
                    <a:pt x="529132" y="266937"/>
                    <a:pt x="541327" y="272628"/>
                  </a:cubicBezTo>
                  <a:lnTo>
                    <a:pt x="780655" y="384322"/>
                  </a:lnTo>
                  <a:cubicBezTo>
                    <a:pt x="784078" y="385920"/>
                    <a:pt x="786265" y="389356"/>
                    <a:pt x="786265" y="393133"/>
                  </a:cubicBezTo>
                  <a:cubicBezTo>
                    <a:pt x="786265" y="396910"/>
                    <a:pt x="784078" y="400346"/>
                    <a:pt x="780655" y="401944"/>
                  </a:cubicBezTo>
                  <a:lnTo>
                    <a:pt x="541327" y="513638"/>
                  </a:lnTo>
                  <a:cubicBezTo>
                    <a:pt x="529132" y="519329"/>
                    <a:pt x="519329" y="529132"/>
                    <a:pt x="513638" y="541327"/>
                  </a:cubicBezTo>
                  <a:lnTo>
                    <a:pt x="401944" y="780655"/>
                  </a:lnTo>
                  <a:cubicBezTo>
                    <a:pt x="400346" y="784078"/>
                    <a:pt x="396910" y="786265"/>
                    <a:pt x="393133" y="786265"/>
                  </a:cubicBezTo>
                  <a:cubicBezTo>
                    <a:pt x="389356" y="786265"/>
                    <a:pt x="385920" y="784078"/>
                    <a:pt x="384322" y="780655"/>
                  </a:cubicBezTo>
                  <a:lnTo>
                    <a:pt x="272628" y="541327"/>
                  </a:lnTo>
                  <a:cubicBezTo>
                    <a:pt x="266937" y="529132"/>
                    <a:pt x="257134" y="519329"/>
                    <a:pt x="244939" y="513638"/>
                  </a:cubicBezTo>
                  <a:lnTo>
                    <a:pt x="5611" y="401944"/>
                  </a:lnTo>
                  <a:cubicBezTo>
                    <a:pt x="2188" y="400346"/>
                    <a:pt x="0" y="396910"/>
                    <a:pt x="0" y="393133"/>
                  </a:cubicBezTo>
                  <a:cubicBezTo>
                    <a:pt x="0" y="389356"/>
                    <a:pt x="2188" y="385920"/>
                    <a:pt x="5611" y="384322"/>
                  </a:cubicBezTo>
                  <a:lnTo>
                    <a:pt x="244939" y="272628"/>
                  </a:lnTo>
                  <a:cubicBezTo>
                    <a:pt x="257134" y="266937"/>
                    <a:pt x="266937" y="257134"/>
                    <a:pt x="272628" y="244939"/>
                  </a:cubicBezTo>
                  <a:lnTo>
                    <a:pt x="384322" y="5611"/>
                  </a:lnTo>
                  <a:cubicBezTo>
                    <a:pt x="385920" y="2188"/>
                    <a:pt x="389356" y="0"/>
                    <a:pt x="393133" y="0"/>
                  </a:cubicBezTo>
                  <a:cubicBezTo>
                    <a:pt x="396910" y="0"/>
                    <a:pt x="400346" y="2188"/>
                    <a:pt x="401944" y="561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81289" y="2565657"/>
            <a:ext cx="10622898" cy="6679207"/>
            <a:chOff x="0" y="0"/>
            <a:chExt cx="1296832" cy="8153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6832" cy="815390"/>
            </a:xfrm>
            <a:custGeom>
              <a:avLst/>
              <a:gdLst/>
              <a:ahLst/>
              <a:cxnLst/>
              <a:rect r="r" b="b" t="t" l="l"/>
              <a:pathLst>
                <a:path h="815390" w="1296832">
                  <a:moveTo>
                    <a:pt x="14576" y="0"/>
                  </a:moveTo>
                  <a:lnTo>
                    <a:pt x="1282256" y="0"/>
                  </a:lnTo>
                  <a:cubicBezTo>
                    <a:pt x="1290306" y="0"/>
                    <a:pt x="1296832" y="6526"/>
                    <a:pt x="1296832" y="14576"/>
                  </a:cubicBezTo>
                  <a:lnTo>
                    <a:pt x="1296832" y="800814"/>
                  </a:lnTo>
                  <a:cubicBezTo>
                    <a:pt x="1296832" y="804680"/>
                    <a:pt x="1295296" y="808387"/>
                    <a:pt x="1292562" y="811121"/>
                  </a:cubicBezTo>
                  <a:cubicBezTo>
                    <a:pt x="1289829" y="813854"/>
                    <a:pt x="1286121" y="815390"/>
                    <a:pt x="1282256" y="815390"/>
                  </a:cubicBezTo>
                  <a:lnTo>
                    <a:pt x="14576" y="815390"/>
                  </a:lnTo>
                  <a:cubicBezTo>
                    <a:pt x="10710" y="815390"/>
                    <a:pt x="7003" y="813854"/>
                    <a:pt x="4269" y="811121"/>
                  </a:cubicBezTo>
                  <a:cubicBezTo>
                    <a:pt x="1536" y="808387"/>
                    <a:pt x="0" y="804680"/>
                    <a:pt x="0" y="800814"/>
                  </a:cubicBezTo>
                  <a:lnTo>
                    <a:pt x="0" y="14576"/>
                  </a:lnTo>
                  <a:cubicBezTo>
                    <a:pt x="0" y="10710"/>
                    <a:pt x="1536" y="7003"/>
                    <a:pt x="4269" y="4269"/>
                  </a:cubicBezTo>
                  <a:cubicBezTo>
                    <a:pt x="7003" y="1536"/>
                    <a:pt x="10710" y="0"/>
                    <a:pt x="1457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296832" cy="891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🔄</a:t>
              </a:r>
              <a:r>
                <a:rPr lang="en-US" sz="29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Real-Time Trend Analysis</a:t>
              </a: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Automatically detects trading patterns and signals from live market data streams.</a:t>
              </a: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😊 </a:t>
              </a:r>
              <a:r>
                <a:rPr lang="en-US" sz="29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Sentiment Extraction</a:t>
              </a: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Analyzes news and social media to assess public sentiment and market mood.</a:t>
              </a: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💼 </a:t>
              </a:r>
              <a:r>
                <a:rPr lang="en-US" sz="29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Portfolio Recommendations</a:t>
              </a: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Provides personalized investment suggestions based on user goals and risk profiles.</a:t>
              </a: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🚀</a:t>
              </a:r>
              <a:r>
                <a:rPr lang="en-US" sz="29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Autonomous Trading Signals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Generates actionable buy/sell alerts using real-time insights and agent decisions.</a:t>
              </a: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60747" y="5773595"/>
            <a:ext cx="6090149" cy="4412561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891349" y="165785"/>
            <a:ext cx="16230600" cy="270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10400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Use Cases of Agentic AI in Stock Market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5289" y="2650858"/>
            <a:ext cx="146389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5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5289" y="4240331"/>
            <a:ext cx="186272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5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Asset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5289" y="3161743"/>
            <a:ext cx="3088750" cy="80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5"/>
              </a:lnSpc>
            </a:pPr>
            <a:r>
              <a:rPr lang="en-US" sz="5665" b="true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+$1750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5289" y="4751216"/>
            <a:ext cx="3088750" cy="80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5"/>
              </a:lnSpc>
            </a:pPr>
            <a:r>
              <a:rPr lang="en-US" sz="5665" b="true">
                <a:solidFill>
                  <a:srgbClr val="C3232D"/>
                </a:solidFill>
                <a:latin typeface="Poppins Bold"/>
                <a:ea typeface="Poppins Bold"/>
                <a:cs typeface="Poppins Bold"/>
                <a:sym typeface="Poppins Bold"/>
              </a:rPr>
              <a:t>-489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169472">
            <a:off x="15145438" y="978318"/>
            <a:ext cx="4640475" cy="464047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5937" y="15937"/>
              <a:ext cx="780926" cy="780926"/>
            </a:xfrm>
            <a:custGeom>
              <a:avLst/>
              <a:gdLst/>
              <a:ahLst/>
              <a:cxnLst/>
              <a:rect r="r" b="b" t="t" l="l"/>
              <a:pathLst>
                <a:path h="780926" w="780926">
                  <a:moveTo>
                    <a:pt x="401046" y="6740"/>
                  </a:moveTo>
                  <a:lnTo>
                    <a:pt x="509195" y="238471"/>
                  </a:lnTo>
                  <a:cubicBezTo>
                    <a:pt x="516031" y="253120"/>
                    <a:pt x="527806" y="264895"/>
                    <a:pt x="542455" y="271731"/>
                  </a:cubicBezTo>
                  <a:lnTo>
                    <a:pt x="774186" y="379880"/>
                  </a:lnTo>
                  <a:cubicBezTo>
                    <a:pt x="778298" y="381799"/>
                    <a:pt x="780926" y="385925"/>
                    <a:pt x="780926" y="390463"/>
                  </a:cubicBezTo>
                  <a:cubicBezTo>
                    <a:pt x="780926" y="395001"/>
                    <a:pt x="778298" y="399127"/>
                    <a:pt x="774186" y="401046"/>
                  </a:cubicBezTo>
                  <a:lnTo>
                    <a:pt x="542455" y="509195"/>
                  </a:lnTo>
                  <a:cubicBezTo>
                    <a:pt x="527806" y="516031"/>
                    <a:pt x="516031" y="527806"/>
                    <a:pt x="509195" y="542455"/>
                  </a:cubicBezTo>
                  <a:lnTo>
                    <a:pt x="401046" y="774186"/>
                  </a:lnTo>
                  <a:cubicBezTo>
                    <a:pt x="399127" y="778298"/>
                    <a:pt x="395001" y="780926"/>
                    <a:pt x="390463" y="780926"/>
                  </a:cubicBezTo>
                  <a:cubicBezTo>
                    <a:pt x="385925" y="780926"/>
                    <a:pt x="381799" y="778298"/>
                    <a:pt x="379880" y="774186"/>
                  </a:cubicBezTo>
                  <a:lnTo>
                    <a:pt x="271731" y="542455"/>
                  </a:lnTo>
                  <a:cubicBezTo>
                    <a:pt x="264895" y="527806"/>
                    <a:pt x="253120" y="516031"/>
                    <a:pt x="238471" y="509195"/>
                  </a:cubicBezTo>
                  <a:lnTo>
                    <a:pt x="6740" y="401046"/>
                  </a:lnTo>
                  <a:cubicBezTo>
                    <a:pt x="2628" y="399127"/>
                    <a:pt x="0" y="395001"/>
                    <a:pt x="0" y="390463"/>
                  </a:cubicBezTo>
                  <a:cubicBezTo>
                    <a:pt x="0" y="385925"/>
                    <a:pt x="2628" y="381799"/>
                    <a:pt x="6740" y="379880"/>
                  </a:cubicBezTo>
                  <a:lnTo>
                    <a:pt x="238471" y="271731"/>
                  </a:lnTo>
                  <a:cubicBezTo>
                    <a:pt x="253120" y="264895"/>
                    <a:pt x="264895" y="253120"/>
                    <a:pt x="271731" y="238471"/>
                  </a:cubicBezTo>
                  <a:lnTo>
                    <a:pt x="379880" y="6740"/>
                  </a:lnTo>
                  <a:cubicBezTo>
                    <a:pt x="381799" y="2628"/>
                    <a:pt x="385925" y="0"/>
                    <a:pt x="390463" y="0"/>
                  </a:cubicBezTo>
                  <a:cubicBezTo>
                    <a:pt x="395001" y="0"/>
                    <a:pt x="399127" y="2628"/>
                    <a:pt x="401046" y="674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17156" y="3137296"/>
            <a:ext cx="13253688" cy="6883802"/>
          </a:xfrm>
          <a:custGeom>
            <a:avLst/>
            <a:gdLst/>
            <a:ahLst/>
            <a:cxnLst/>
            <a:rect r="r" b="b" t="t" l="l"/>
            <a:pathLst>
              <a:path h="6883802" w="13253688">
                <a:moveTo>
                  <a:pt x="0" y="0"/>
                </a:moveTo>
                <a:lnTo>
                  <a:pt x="13253688" y="0"/>
                </a:lnTo>
                <a:lnTo>
                  <a:pt x="13253688" y="6883803"/>
                </a:lnTo>
                <a:lnTo>
                  <a:pt x="0" y="6883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927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75274" y="1067982"/>
            <a:ext cx="14737453" cy="138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10400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What we provide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336" y="2379893"/>
            <a:ext cx="16341328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📊 Market Analyst 🏢 Sector Analysis📉 Deep Stock Analyzer🏦 Company Analysis.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596753">
            <a:off x="11033870" y="2708959"/>
            <a:ext cx="1890993" cy="18909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9110" y="39110"/>
              <a:ext cx="734581" cy="734581"/>
            </a:xfrm>
            <a:custGeom>
              <a:avLst/>
              <a:gdLst/>
              <a:ahLst/>
              <a:cxnLst/>
              <a:rect r="r" b="b" t="t" l="l"/>
              <a:pathLst>
                <a:path h="734581" w="734581">
                  <a:moveTo>
                    <a:pt x="393262" y="16539"/>
                  </a:moveTo>
                  <a:lnTo>
                    <a:pt x="470634" y="182325"/>
                  </a:lnTo>
                  <a:cubicBezTo>
                    <a:pt x="487411" y="218274"/>
                    <a:pt x="516306" y="247169"/>
                    <a:pt x="552255" y="263946"/>
                  </a:cubicBezTo>
                  <a:lnTo>
                    <a:pt x="718041" y="341318"/>
                  </a:lnTo>
                  <a:cubicBezTo>
                    <a:pt x="728131" y="346028"/>
                    <a:pt x="734580" y="356155"/>
                    <a:pt x="734580" y="367290"/>
                  </a:cubicBezTo>
                  <a:cubicBezTo>
                    <a:pt x="734580" y="378425"/>
                    <a:pt x="728131" y="388552"/>
                    <a:pt x="718041" y="393262"/>
                  </a:cubicBezTo>
                  <a:lnTo>
                    <a:pt x="552255" y="470634"/>
                  </a:lnTo>
                  <a:cubicBezTo>
                    <a:pt x="516306" y="487411"/>
                    <a:pt x="487411" y="516306"/>
                    <a:pt x="470634" y="552255"/>
                  </a:cubicBezTo>
                  <a:lnTo>
                    <a:pt x="393262" y="718041"/>
                  </a:lnTo>
                  <a:cubicBezTo>
                    <a:pt x="388552" y="728131"/>
                    <a:pt x="378425" y="734580"/>
                    <a:pt x="367290" y="734580"/>
                  </a:cubicBezTo>
                  <a:cubicBezTo>
                    <a:pt x="356155" y="734580"/>
                    <a:pt x="346028" y="728131"/>
                    <a:pt x="341318" y="718041"/>
                  </a:cubicBezTo>
                  <a:lnTo>
                    <a:pt x="263946" y="552255"/>
                  </a:lnTo>
                  <a:cubicBezTo>
                    <a:pt x="247169" y="516306"/>
                    <a:pt x="218274" y="487411"/>
                    <a:pt x="182325" y="470634"/>
                  </a:cubicBezTo>
                  <a:lnTo>
                    <a:pt x="16539" y="393262"/>
                  </a:lnTo>
                  <a:cubicBezTo>
                    <a:pt x="6449" y="388552"/>
                    <a:pt x="0" y="378425"/>
                    <a:pt x="0" y="367290"/>
                  </a:cubicBezTo>
                  <a:cubicBezTo>
                    <a:pt x="0" y="356155"/>
                    <a:pt x="6449" y="346028"/>
                    <a:pt x="16539" y="341318"/>
                  </a:cubicBezTo>
                  <a:lnTo>
                    <a:pt x="182325" y="263946"/>
                  </a:lnTo>
                  <a:cubicBezTo>
                    <a:pt x="218274" y="247169"/>
                    <a:pt x="247169" y="218274"/>
                    <a:pt x="263946" y="182325"/>
                  </a:cubicBezTo>
                  <a:lnTo>
                    <a:pt x="341318" y="16539"/>
                  </a:lnTo>
                  <a:cubicBezTo>
                    <a:pt x="346028" y="6449"/>
                    <a:pt x="356155" y="0"/>
                    <a:pt x="367290" y="0"/>
                  </a:cubicBezTo>
                  <a:cubicBezTo>
                    <a:pt x="378425" y="0"/>
                    <a:pt x="388552" y="6449"/>
                    <a:pt x="393262" y="1653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164178"/>
            <a:ext cx="3090216" cy="2022687"/>
          </a:xfrm>
          <a:custGeom>
            <a:avLst/>
            <a:gdLst/>
            <a:ahLst/>
            <a:cxnLst/>
            <a:rect r="r" b="b" t="t" l="l"/>
            <a:pathLst>
              <a:path h="2022687" w="3090216">
                <a:moveTo>
                  <a:pt x="0" y="0"/>
                </a:moveTo>
                <a:lnTo>
                  <a:pt x="3090216" y="0"/>
                </a:lnTo>
                <a:lnTo>
                  <a:pt x="3090216" y="2022687"/>
                </a:lnTo>
                <a:lnTo>
                  <a:pt x="0" y="2022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36122" y="8164178"/>
            <a:ext cx="3090216" cy="1806662"/>
          </a:xfrm>
          <a:custGeom>
            <a:avLst/>
            <a:gdLst/>
            <a:ahLst/>
            <a:cxnLst/>
            <a:rect r="r" b="b" t="t" l="l"/>
            <a:pathLst>
              <a:path h="1806662" w="3090216">
                <a:moveTo>
                  <a:pt x="0" y="0"/>
                </a:moveTo>
                <a:lnTo>
                  <a:pt x="3090216" y="0"/>
                </a:lnTo>
                <a:lnTo>
                  <a:pt x="3090216" y="1806662"/>
                </a:lnTo>
                <a:lnTo>
                  <a:pt x="0" y="1806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72140" y="142962"/>
            <a:ext cx="10682057" cy="10001076"/>
          </a:xfrm>
          <a:custGeom>
            <a:avLst/>
            <a:gdLst/>
            <a:ahLst/>
            <a:cxnLst/>
            <a:rect r="r" b="b" t="t" l="l"/>
            <a:pathLst>
              <a:path h="10001076" w="10682057">
                <a:moveTo>
                  <a:pt x="0" y="0"/>
                </a:moveTo>
                <a:lnTo>
                  <a:pt x="10682057" y="0"/>
                </a:lnTo>
                <a:lnTo>
                  <a:pt x="10682057" y="10001076"/>
                </a:lnTo>
                <a:lnTo>
                  <a:pt x="0" y="10001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731662">
            <a:off x="782462" y="3188980"/>
            <a:ext cx="2902511" cy="290251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80" y="25480"/>
              <a:ext cx="761840" cy="761840"/>
            </a:xfrm>
            <a:custGeom>
              <a:avLst/>
              <a:gdLst/>
              <a:ahLst/>
              <a:cxnLst/>
              <a:rect r="r" b="b" t="t" l="l"/>
              <a:pathLst>
                <a:path h="761840" w="761840">
                  <a:moveTo>
                    <a:pt x="397841" y="10776"/>
                  </a:moveTo>
                  <a:lnTo>
                    <a:pt x="493315" y="215349"/>
                  </a:lnTo>
                  <a:cubicBezTo>
                    <a:pt x="504245" y="238769"/>
                    <a:pt x="523071" y="257595"/>
                    <a:pt x="546491" y="268525"/>
                  </a:cubicBezTo>
                  <a:lnTo>
                    <a:pt x="751064" y="363999"/>
                  </a:lnTo>
                  <a:cubicBezTo>
                    <a:pt x="757638" y="367068"/>
                    <a:pt x="761840" y="373665"/>
                    <a:pt x="761840" y="380920"/>
                  </a:cubicBezTo>
                  <a:cubicBezTo>
                    <a:pt x="761840" y="388175"/>
                    <a:pt x="757638" y="394772"/>
                    <a:pt x="751064" y="397841"/>
                  </a:cubicBezTo>
                  <a:lnTo>
                    <a:pt x="546491" y="493315"/>
                  </a:lnTo>
                  <a:cubicBezTo>
                    <a:pt x="523071" y="504245"/>
                    <a:pt x="504245" y="523071"/>
                    <a:pt x="493315" y="546491"/>
                  </a:cubicBezTo>
                  <a:lnTo>
                    <a:pt x="397841" y="751064"/>
                  </a:lnTo>
                  <a:cubicBezTo>
                    <a:pt x="394772" y="757638"/>
                    <a:pt x="388175" y="761840"/>
                    <a:pt x="380920" y="761840"/>
                  </a:cubicBezTo>
                  <a:cubicBezTo>
                    <a:pt x="373665" y="761840"/>
                    <a:pt x="367068" y="757638"/>
                    <a:pt x="363999" y="751064"/>
                  </a:cubicBezTo>
                  <a:lnTo>
                    <a:pt x="268525" y="546491"/>
                  </a:lnTo>
                  <a:cubicBezTo>
                    <a:pt x="257595" y="523071"/>
                    <a:pt x="238769" y="504245"/>
                    <a:pt x="215349" y="493315"/>
                  </a:cubicBezTo>
                  <a:lnTo>
                    <a:pt x="10776" y="397841"/>
                  </a:lnTo>
                  <a:cubicBezTo>
                    <a:pt x="4202" y="394772"/>
                    <a:pt x="0" y="388175"/>
                    <a:pt x="0" y="380920"/>
                  </a:cubicBezTo>
                  <a:cubicBezTo>
                    <a:pt x="0" y="373665"/>
                    <a:pt x="4202" y="367068"/>
                    <a:pt x="10776" y="363999"/>
                  </a:cubicBezTo>
                  <a:lnTo>
                    <a:pt x="215349" y="268525"/>
                  </a:lnTo>
                  <a:cubicBezTo>
                    <a:pt x="238769" y="257595"/>
                    <a:pt x="257595" y="238769"/>
                    <a:pt x="268525" y="215349"/>
                  </a:cubicBezTo>
                  <a:lnTo>
                    <a:pt x="363999" y="10776"/>
                  </a:lnTo>
                  <a:cubicBezTo>
                    <a:pt x="367068" y="4202"/>
                    <a:pt x="373665" y="0"/>
                    <a:pt x="380920" y="0"/>
                  </a:cubicBezTo>
                  <a:cubicBezTo>
                    <a:pt x="388175" y="0"/>
                    <a:pt x="394772" y="4202"/>
                    <a:pt x="397841" y="1077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80000"/>
                  </a:srgbClr>
                </a:gs>
                <a:gs pos="100000">
                  <a:srgbClr val="EDF0F6">
                    <a:alpha val="8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370" y="3765610"/>
            <a:ext cx="5437796" cy="3559285"/>
          </a:xfrm>
          <a:custGeom>
            <a:avLst/>
            <a:gdLst/>
            <a:ahLst/>
            <a:cxnLst/>
            <a:rect r="r" b="b" t="t" l="l"/>
            <a:pathLst>
              <a:path h="3559285" w="5437796">
                <a:moveTo>
                  <a:pt x="0" y="0"/>
                </a:moveTo>
                <a:lnTo>
                  <a:pt x="5437797" y="0"/>
                </a:lnTo>
                <a:lnTo>
                  <a:pt x="5437797" y="3559285"/>
                </a:lnTo>
                <a:lnTo>
                  <a:pt x="0" y="35592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09087" y="4943172"/>
            <a:ext cx="559214" cy="548029"/>
          </a:xfrm>
          <a:custGeom>
            <a:avLst/>
            <a:gdLst/>
            <a:ahLst/>
            <a:cxnLst/>
            <a:rect r="r" b="b" t="t" l="l"/>
            <a:pathLst>
              <a:path h="548029" w="559214">
                <a:moveTo>
                  <a:pt x="0" y="0"/>
                </a:moveTo>
                <a:lnTo>
                  <a:pt x="559214" y="0"/>
                </a:lnTo>
                <a:lnTo>
                  <a:pt x="559214" y="548029"/>
                </a:lnTo>
                <a:lnTo>
                  <a:pt x="0" y="548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512028" y="6762601"/>
            <a:ext cx="17608520" cy="7395579"/>
          </a:xfrm>
          <a:custGeom>
            <a:avLst/>
            <a:gdLst/>
            <a:ahLst/>
            <a:cxnLst/>
            <a:rect r="r" b="b" t="t" l="l"/>
            <a:pathLst>
              <a:path h="7395579" w="17608520">
                <a:moveTo>
                  <a:pt x="17608521" y="0"/>
                </a:moveTo>
                <a:lnTo>
                  <a:pt x="0" y="0"/>
                </a:lnTo>
                <a:lnTo>
                  <a:pt x="0" y="7395578"/>
                </a:lnTo>
                <a:lnTo>
                  <a:pt x="17608521" y="7395578"/>
                </a:lnTo>
                <a:lnTo>
                  <a:pt x="17608521" y="0"/>
                </a:lnTo>
                <a:close/>
              </a:path>
            </a:pathLst>
          </a:custGeom>
          <a:blipFill>
            <a:blip r:embed="rId6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56210" y="8967772"/>
            <a:ext cx="18600420" cy="2431327"/>
            <a:chOff x="0" y="0"/>
            <a:chExt cx="4898876" cy="6403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98876" cy="640349"/>
            </a:xfrm>
            <a:custGeom>
              <a:avLst/>
              <a:gdLst/>
              <a:ahLst/>
              <a:cxnLst/>
              <a:rect r="r" b="b" t="t" l="l"/>
              <a:pathLst>
                <a:path h="640349" w="4898876">
                  <a:moveTo>
                    <a:pt x="0" y="0"/>
                  </a:moveTo>
                  <a:lnTo>
                    <a:pt x="4898876" y="0"/>
                  </a:lnTo>
                  <a:lnTo>
                    <a:pt x="4898876" y="640349"/>
                  </a:lnTo>
                  <a:lnTo>
                    <a:pt x="0" y="640349"/>
                  </a:lnTo>
                  <a:close/>
                </a:path>
              </a:pathLst>
            </a:custGeom>
            <a:gradFill rotWithShape="true">
              <a:gsLst>
                <a:gs pos="0">
                  <a:srgbClr val="EDF0F6">
                    <a:alpha val="0"/>
                  </a:srgbClr>
                </a:gs>
                <a:gs pos="100000">
                  <a:srgbClr val="EDF0F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898876" cy="697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16783"/>
            <a:ext cx="16230600" cy="138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10400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Future in Stock Market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30965" y="4961472"/>
            <a:ext cx="1604216" cy="73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35%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9073" y="4530900"/>
            <a:ext cx="206046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78532" y="1638218"/>
            <a:ext cx="12509468" cy="803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🎙️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Real-Time Voice Assistants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AI-driven voice assistants for stock insights and trading recommendations.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📈 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Algorithmic Trading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Integrating AI with quantitative trading platforms for optimized execution.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🤖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Personalized AI Advisors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Custom financial strategies powered by AI for individual investors.</a:t>
            </a:r>
          </a:p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💡 Benefits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Faster Decision Making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Real-time insights and alerts for immediate market reactions.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🎯 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Improved Accuracy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Data-driven, less emotional decision-making.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⏱️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Increased Efficiency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Automation reduces manual tasks, enhancing overall market analysis speed.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📚 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Adaptive Learning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AI continuously improves by learning from real-time data and market conditions.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35879" y="730574"/>
            <a:ext cx="12910465" cy="9700486"/>
          </a:xfrm>
          <a:custGeom>
            <a:avLst/>
            <a:gdLst/>
            <a:ahLst/>
            <a:cxnLst/>
            <a:rect r="r" b="b" t="t" l="l"/>
            <a:pathLst>
              <a:path h="9700486" w="12910465">
                <a:moveTo>
                  <a:pt x="0" y="0"/>
                </a:moveTo>
                <a:lnTo>
                  <a:pt x="12910465" y="0"/>
                </a:lnTo>
                <a:lnTo>
                  <a:pt x="12910465" y="9700486"/>
                </a:lnTo>
                <a:lnTo>
                  <a:pt x="0" y="9700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613388" y="1255352"/>
            <a:ext cx="9226776" cy="9031648"/>
          </a:xfrm>
          <a:custGeom>
            <a:avLst/>
            <a:gdLst/>
            <a:ahLst/>
            <a:cxnLst/>
            <a:rect r="r" b="b" t="t" l="l"/>
            <a:pathLst>
              <a:path h="9031648" w="9226776">
                <a:moveTo>
                  <a:pt x="9226776" y="0"/>
                </a:moveTo>
                <a:lnTo>
                  <a:pt x="0" y="0"/>
                </a:lnTo>
                <a:lnTo>
                  <a:pt x="0" y="9031648"/>
                </a:lnTo>
                <a:lnTo>
                  <a:pt x="9226776" y="9031648"/>
                </a:lnTo>
                <a:lnTo>
                  <a:pt x="9226776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2813847">
            <a:off x="1387979" y="2796415"/>
            <a:ext cx="3262070" cy="326207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2671" y="22671"/>
              <a:ext cx="767457" cy="767457"/>
            </a:xfrm>
            <a:custGeom>
              <a:avLst/>
              <a:gdLst/>
              <a:ahLst/>
              <a:cxnLst/>
              <a:rect r="r" b="b" t="t" l="l"/>
              <a:pathLst>
                <a:path h="767457" w="767457">
                  <a:moveTo>
                    <a:pt x="398784" y="9588"/>
                  </a:moveTo>
                  <a:lnTo>
                    <a:pt x="497989" y="222154"/>
                  </a:lnTo>
                  <a:cubicBezTo>
                    <a:pt x="507714" y="242993"/>
                    <a:pt x="524465" y="259744"/>
                    <a:pt x="545304" y="269469"/>
                  </a:cubicBezTo>
                  <a:lnTo>
                    <a:pt x="757870" y="368674"/>
                  </a:lnTo>
                  <a:cubicBezTo>
                    <a:pt x="763719" y="371403"/>
                    <a:pt x="767458" y="377274"/>
                    <a:pt x="767458" y="383729"/>
                  </a:cubicBezTo>
                  <a:cubicBezTo>
                    <a:pt x="767458" y="390184"/>
                    <a:pt x="763719" y="396055"/>
                    <a:pt x="757870" y="398784"/>
                  </a:cubicBezTo>
                  <a:lnTo>
                    <a:pt x="545304" y="497989"/>
                  </a:lnTo>
                  <a:cubicBezTo>
                    <a:pt x="524465" y="507714"/>
                    <a:pt x="507714" y="524465"/>
                    <a:pt x="497989" y="545304"/>
                  </a:cubicBezTo>
                  <a:lnTo>
                    <a:pt x="398784" y="757870"/>
                  </a:lnTo>
                  <a:cubicBezTo>
                    <a:pt x="396055" y="763719"/>
                    <a:pt x="390184" y="767458"/>
                    <a:pt x="383729" y="767458"/>
                  </a:cubicBezTo>
                  <a:cubicBezTo>
                    <a:pt x="377274" y="767458"/>
                    <a:pt x="371403" y="763719"/>
                    <a:pt x="368674" y="757870"/>
                  </a:cubicBezTo>
                  <a:lnTo>
                    <a:pt x="269469" y="545304"/>
                  </a:lnTo>
                  <a:cubicBezTo>
                    <a:pt x="259744" y="524465"/>
                    <a:pt x="242993" y="507714"/>
                    <a:pt x="222154" y="497989"/>
                  </a:cubicBezTo>
                  <a:lnTo>
                    <a:pt x="9588" y="398784"/>
                  </a:lnTo>
                  <a:cubicBezTo>
                    <a:pt x="3739" y="396055"/>
                    <a:pt x="0" y="390184"/>
                    <a:pt x="0" y="383729"/>
                  </a:cubicBezTo>
                  <a:cubicBezTo>
                    <a:pt x="0" y="377274"/>
                    <a:pt x="3739" y="371403"/>
                    <a:pt x="9588" y="368674"/>
                  </a:cubicBezTo>
                  <a:lnTo>
                    <a:pt x="222154" y="269469"/>
                  </a:lnTo>
                  <a:cubicBezTo>
                    <a:pt x="242993" y="259744"/>
                    <a:pt x="259744" y="242993"/>
                    <a:pt x="269469" y="222154"/>
                  </a:cubicBezTo>
                  <a:lnTo>
                    <a:pt x="368674" y="9588"/>
                  </a:lnTo>
                  <a:cubicBezTo>
                    <a:pt x="371403" y="3739"/>
                    <a:pt x="377274" y="0"/>
                    <a:pt x="383729" y="0"/>
                  </a:cubicBezTo>
                  <a:cubicBezTo>
                    <a:pt x="390184" y="0"/>
                    <a:pt x="396055" y="3739"/>
                    <a:pt x="398784" y="958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65200"/>
                  </a:srgbClr>
                </a:gs>
                <a:gs pos="100000">
                  <a:srgbClr val="EDF0F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756073" y="317007"/>
            <a:ext cx="12914301" cy="10114053"/>
          </a:xfrm>
          <a:custGeom>
            <a:avLst/>
            <a:gdLst/>
            <a:ahLst/>
            <a:cxnLst/>
            <a:rect r="r" b="b" t="t" l="l"/>
            <a:pathLst>
              <a:path h="10114053" w="12914301">
                <a:moveTo>
                  <a:pt x="0" y="0"/>
                </a:moveTo>
                <a:lnTo>
                  <a:pt x="12914300" y="0"/>
                </a:lnTo>
                <a:lnTo>
                  <a:pt x="12914300" y="10114053"/>
                </a:lnTo>
                <a:lnTo>
                  <a:pt x="0" y="10114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6384828">
            <a:off x="13790481" y="-472774"/>
            <a:ext cx="5570433" cy="55704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277" y="13277"/>
              <a:ext cx="786247" cy="786247"/>
            </a:xfrm>
            <a:custGeom>
              <a:avLst/>
              <a:gdLst/>
              <a:ahLst/>
              <a:cxnLst/>
              <a:rect r="r" b="b" t="t" l="l"/>
              <a:pathLst>
                <a:path h="786247" w="786247">
                  <a:moveTo>
                    <a:pt x="401940" y="5614"/>
                  </a:moveTo>
                  <a:lnTo>
                    <a:pt x="513622" y="244916"/>
                  </a:lnTo>
                  <a:cubicBezTo>
                    <a:pt x="519317" y="257120"/>
                    <a:pt x="529126" y="266929"/>
                    <a:pt x="541330" y="272624"/>
                  </a:cubicBezTo>
                  <a:lnTo>
                    <a:pt x="780632" y="384306"/>
                  </a:lnTo>
                  <a:cubicBezTo>
                    <a:pt x="784057" y="385905"/>
                    <a:pt x="786246" y="389343"/>
                    <a:pt x="786246" y="393123"/>
                  </a:cubicBezTo>
                  <a:cubicBezTo>
                    <a:pt x="786246" y="396903"/>
                    <a:pt x="784057" y="400341"/>
                    <a:pt x="780632" y="401940"/>
                  </a:cubicBezTo>
                  <a:lnTo>
                    <a:pt x="541330" y="513622"/>
                  </a:lnTo>
                  <a:cubicBezTo>
                    <a:pt x="529126" y="519317"/>
                    <a:pt x="519317" y="529126"/>
                    <a:pt x="513622" y="541330"/>
                  </a:cubicBezTo>
                  <a:lnTo>
                    <a:pt x="401940" y="780632"/>
                  </a:lnTo>
                  <a:cubicBezTo>
                    <a:pt x="400341" y="784057"/>
                    <a:pt x="396903" y="786246"/>
                    <a:pt x="393123" y="786246"/>
                  </a:cubicBezTo>
                  <a:cubicBezTo>
                    <a:pt x="389343" y="786246"/>
                    <a:pt x="385905" y="784057"/>
                    <a:pt x="384306" y="780632"/>
                  </a:cubicBezTo>
                  <a:lnTo>
                    <a:pt x="272624" y="541330"/>
                  </a:lnTo>
                  <a:cubicBezTo>
                    <a:pt x="266929" y="529126"/>
                    <a:pt x="257120" y="519317"/>
                    <a:pt x="244916" y="513622"/>
                  </a:cubicBezTo>
                  <a:lnTo>
                    <a:pt x="5614" y="401940"/>
                  </a:lnTo>
                  <a:cubicBezTo>
                    <a:pt x="2189" y="400341"/>
                    <a:pt x="0" y="396903"/>
                    <a:pt x="0" y="393123"/>
                  </a:cubicBezTo>
                  <a:cubicBezTo>
                    <a:pt x="0" y="389343"/>
                    <a:pt x="2189" y="385905"/>
                    <a:pt x="5614" y="384306"/>
                  </a:cubicBezTo>
                  <a:lnTo>
                    <a:pt x="244916" y="272624"/>
                  </a:lnTo>
                  <a:cubicBezTo>
                    <a:pt x="257120" y="266929"/>
                    <a:pt x="266929" y="257120"/>
                    <a:pt x="272624" y="244916"/>
                  </a:cubicBezTo>
                  <a:lnTo>
                    <a:pt x="384306" y="5614"/>
                  </a:lnTo>
                  <a:cubicBezTo>
                    <a:pt x="385905" y="2189"/>
                    <a:pt x="389343" y="0"/>
                    <a:pt x="393123" y="0"/>
                  </a:cubicBezTo>
                  <a:cubicBezTo>
                    <a:pt x="396903" y="0"/>
                    <a:pt x="400341" y="2189"/>
                    <a:pt x="401940" y="56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65200"/>
                  </a:srgbClr>
                </a:gs>
                <a:gs pos="100000">
                  <a:srgbClr val="EDF0F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56340" y="2880707"/>
            <a:ext cx="7785878" cy="8178047"/>
          </a:xfrm>
          <a:custGeom>
            <a:avLst/>
            <a:gdLst/>
            <a:ahLst/>
            <a:cxnLst/>
            <a:rect r="r" b="b" t="t" l="l"/>
            <a:pathLst>
              <a:path h="8178047" w="7785878">
                <a:moveTo>
                  <a:pt x="0" y="0"/>
                </a:moveTo>
                <a:lnTo>
                  <a:pt x="7785877" y="0"/>
                </a:lnTo>
                <a:lnTo>
                  <a:pt x="7785877" y="8178047"/>
                </a:lnTo>
                <a:lnTo>
                  <a:pt x="0" y="81780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2056879" y="4307265"/>
            <a:ext cx="14518819" cy="125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9399" u="sng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  <a:hlinkClick r:id="rId10" tooltip="https://complete-one-hand-solution-for-stock-market-analysis.vercel.app"/>
              </a:rPr>
              <a:t>Let’s Start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37366" y="2122083"/>
            <a:ext cx="9226776" cy="9031648"/>
          </a:xfrm>
          <a:custGeom>
            <a:avLst/>
            <a:gdLst/>
            <a:ahLst/>
            <a:cxnLst/>
            <a:rect r="r" b="b" t="t" l="l"/>
            <a:pathLst>
              <a:path h="9031648" w="9226776">
                <a:moveTo>
                  <a:pt x="9226776" y="0"/>
                </a:moveTo>
                <a:lnTo>
                  <a:pt x="0" y="0"/>
                </a:lnTo>
                <a:lnTo>
                  <a:pt x="0" y="9031648"/>
                </a:lnTo>
                <a:lnTo>
                  <a:pt x="9226776" y="9031648"/>
                </a:lnTo>
                <a:lnTo>
                  <a:pt x="9226776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2813847">
            <a:off x="2946298" y="-1766722"/>
            <a:ext cx="5135994" cy="513599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400" y="14400"/>
              <a:ext cx="784001" cy="784001"/>
            </a:xfrm>
            <a:custGeom>
              <a:avLst/>
              <a:gdLst/>
              <a:ahLst/>
              <a:cxnLst/>
              <a:rect r="r" b="b" t="t" l="l"/>
              <a:pathLst>
                <a:path h="784001" w="784001">
                  <a:moveTo>
                    <a:pt x="401562" y="6089"/>
                  </a:moveTo>
                  <a:lnTo>
                    <a:pt x="511753" y="242196"/>
                  </a:lnTo>
                  <a:cubicBezTo>
                    <a:pt x="517930" y="255431"/>
                    <a:pt x="528569" y="266070"/>
                    <a:pt x="541804" y="272247"/>
                  </a:cubicBezTo>
                  <a:lnTo>
                    <a:pt x="777911" y="382438"/>
                  </a:lnTo>
                  <a:cubicBezTo>
                    <a:pt x="781626" y="384172"/>
                    <a:pt x="784000" y="387900"/>
                    <a:pt x="784000" y="392000"/>
                  </a:cubicBezTo>
                  <a:cubicBezTo>
                    <a:pt x="784000" y="396100"/>
                    <a:pt x="781626" y="399828"/>
                    <a:pt x="777911" y="401562"/>
                  </a:cubicBezTo>
                  <a:lnTo>
                    <a:pt x="541804" y="511753"/>
                  </a:lnTo>
                  <a:cubicBezTo>
                    <a:pt x="528569" y="517930"/>
                    <a:pt x="517930" y="528569"/>
                    <a:pt x="511753" y="541804"/>
                  </a:cubicBezTo>
                  <a:lnTo>
                    <a:pt x="401562" y="777911"/>
                  </a:lnTo>
                  <a:cubicBezTo>
                    <a:pt x="399828" y="781626"/>
                    <a:pt x="396100" y="784000"/>
                    <a:pt x="392000" y="784000"/>
                  </a:cubicBezTo>
                  <a:cubicBezTo>
                    <a:pt x="387900" y="784000"/>
                    <a:pt x="384172" y="781626"/>
                    <a:pt x="382438" y="777911"/>
                  </a:cubicBezTo>
                  <a:lnTo>
                    <a:pt x="272247" y="541804"/>
                  </a:lnTo>
                  <a:cubicBezTo>
                    <a:pt x="266070" y="528569"/>
                    <a:pt x="255431" y="517930"/>
                    <a:pt x="242196" y="511753"/>
                  </a:cubicBezTo>
                  <a:lnTo>
                    <a:pt x="6089" y="401562"/>
                  </a:lnTo>
                  <a:cubicBezTo>
                    <a:pt x="2374" y="399828"/>
                    <a:pt x="0" y="396100"/>
                    <a:pt x="0" y="392000"/>
                  </a:cubicBezTo>
                  <a:cubicBezTo>
                    <a:pt x="0" y="387900"/>
                    <a:pt x="2374" y="384172"/>
                    <a:pt x="6089" y="382438"/>
                  </a:cubicBezTo>
                  <a:lnTo>
                    <a:pt x="242196" y="272247"/>
                  </a:lnTo>
                  <a:cubicBezTo>
                    <a:pt x="255431" y="266070"/>
                    <a:pt x="266070" y="255431"/>
                    <a:pt x="272247" y="242196"/>
                  </a:cubicBezTo>
                  <a:lnTo>
                    <a:pt x="382438" y="6089"/>
                  </a:lnTo>
                  <a:cubicBezTo>
                    <a:pt x="384172" y="2374"/>
                    <a:pt x="387900" y="0"/>
                    <a:pt x="392000" y="0"/>
                  </a:cubicBezTo>
                  <a:cubicBezTo>
                    <a:pt x="396100" y="0"/>
                    <a:pt x="399828" y="2374"/>
                    <a:pt x="401562" y="608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65200"/>
                  </a:srgbClr>
                </a:gs>
                <a:gs pos="100000">
                  <a:srgbClr val="EDF0F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142923" y="-3327540"/>
            <a:ext cx="7785878" cy="8178047"/>
          </a:xfrm>
          <a:custGeom>
            <a:avLst/>
            <a:gdLst/>
            <a:ahLst/>
            <a:cxnLst/>
            <a:rect r="r" b="b" t="t" l="l"/>
            <a:pathLst>
              <a:path h="8178047" w="7785878">
                <a:moveTo>
                  <a:pt x="0" y="0"/>
                </a:moveTo>
                <a:lnTo>
                  <a:pt x="7785877" y="0"/>
                </a:lnTo>
                <a:lnTo>
                  <a:pt x="7785877" y="8178047"/>
                </a:lnTo>
                <a:lnTo>
                  <a:pt x="0" y="8178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6384828">
            <a:off x="13061610" y="6554089"/>
            <a:ext cx="5570433" cy="557043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277" y="13277"/>
              <a:ext cx="786247" cy="786247"/>
            </a:xfrm>
            <a:custGeom>
              <a:avLst/>
              <a:gdLst/>
              <a:ahLst/>
              <a:cxnLst/>
              <a:rect r="r" b="b" t="t" l="l"/>
              <a:pathLst>
                <a:path h="786247" w="786247">
                  <a:moveTo>
                    <a:pt x="401940" y="5614"/>
                  </a:moveTo>
                  <a:lnTo>
                    <a:pt x="513622" y="244916"/>
                  </a:lnTo>
                  <a:cubicBezTo>
                    <a:pt x="519317" y="257120"/>
                    <a:pt x="529126" y="266929"/>
                    <a:pt x="541330" y="272624"/>
                  </a:cubicBezTo>
                  <a:lnTo>
                    <a:pt x="780632" y="384306"/>
                  </a:lnTo>
                  <a:cubicBezTo>
                    <a:pt x="784057" y="385905"/>
                    <a:pt x="786246" y="389343"/>
                    <a:pt x="786246" y="393123"/>
                  </a:cubicBezTo>
                  <a:cubicBezTo>
                    <a:pt x="786246" y="396903"/>
                    <a:pt x="784057" y="400341"/>
                    <a:pt x="780632" y="401940"/>
                  </a:cubicBezTo>
                  <a:lnTo>
                    <a:pt x="541330" y="513622"/>
                  </a:lnTo>
                  <a:cubicBezTo>
                    <a:pt x="529126" y="519317"/>
                    <a:pt x="519317" y="529126"/>
                    <a:pt x="513622" y="541330"/>
                  </a:cubicBezTo>
                  <a:lnTo>
                    <a:pt x="401940" y="780632"/>
                  </a:lnTo>
                  <a:cubicBezTo>
                    <a:pt x="400341" y="784057"/>
                    <a:pt x="396903" y="786246"/>
                    <a:pt x="393123" y="786246"/>
                  </a:cubicBezTo>
                  <a:cubicBezTo>
                    <a:pt x="389343" y="786246"/>
                    <a:pt x="385905" y="784057"/>
                    <a:pt x="384306" y="780632"/>
                  </a:cubicBezTo>
                  <a:lnTo>
                    <a:pt x="272624" y="541330"/>
                  </a:lnTo>
                  <a:cubicBezTo>
                    <a:pt x="266929" y="529126"/>
                    <a:pt x="257120" y="519317"/>
                    <a:pt x="244916" y="513622"/>
                  </a:cubicBezTo>
                  <a:lnTo>
                    <a:pt x="5614" y="401940"/>
                  </a:lnTo>
                  <a:cubicBezTo>
                    <a:pt x="2189" y="400341"/>
                    <a:pt x="0" y="396903"/>
                    <a:pt x="0" y="393123"/>
                  </a:cubicBezTo>
                  <a:cubicBezTo>
                    <a:pt x="0" y="389343"/>
                    <a:pt x="2189" y="385905"/>
                    <a:pt x="5614" y="384306"/>
                  </a:cubicBezTo>
                  <a:lnTo>
                    <a:pt x="244916" y="272624"/>
                  </a:lnTo>
                  <a:cubicBezTo>
                    <a:pt x="257120" y="266929"/>
                    <a:pt x="266929" y="257120"/>
                    <a:pt x="272624" y="244916"/>
                  </a:cubicBezTo>
                  <a:lnTo>
                    <a:pt x="384306" y="5614"/>
                  </a:lnTo>
                  <a:cubicBezTo>
                    <a:pt x="385905" y="2189"/>
                    <a:pt x="389343" y="0"/>
                    <a:pt x="393123" y="0"/>
                  </a:cubicBezTo>
                  <a:cubicBezTo>
                    <a:pt x="396903" y="0"/>
                    <a:pt x="400341" y="2189"/>
                    <a:pt x="401940" y="56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65200"/>
                  </a:srgbClr>
                </a:gs>
                <a:gs pos="100000">
                  <a:srgbClr val="EDF0F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73277" y="3760677"/>
            <a:ext cx="15886023" cy="211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20"/>
              </a:lnSpc>
            </a:pPr>
            <a:r>
              <a:rPr lang="en-US" sz="15820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Thank You</a:t>
            </a:r>
          </a:p>
        </p:txBody>
      </p:sp>
      <p:grpSp>
        <p:nvGrpSpPr>
          <p:cNvPr name="Group 11" id="11"/>
          <p:cNvGrpSpPr/>
          <p:nvPr/>
        </p:nvGrpSpPr>
        <p:grpSpPr>
          <a:xfrm rot="-88222">
            <a:off x="7355052" y="6725953"/>
            <a:ext cx="3176927" cy="317692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3279" y="23279"/>
              <a:ext cx="766242" cy="766242"/>
            </a:xfrm>
            <a:custGeom>
              <a:avLst/>
              <a:gdLst/>
              <a:ahLst/>
              <a:cxnLst/>
              <a:rect r="r" b="b" t="t" l="l"/>
              <a:pathLst>
                <a:path h="766242" w="766242">
                  <a:moveTo>
                    <a:pt x="398580" y="9845"/>
                  </a:moveTo>
                  <a:lnTo>
                    <a:pt x="496977" y="220682"/>
                  </a:lnTo>
                  <a:cubicBezTo>
                    <a:pt x="506963" y="242079"/>
                    <a:pt x="524163" y="259279"/>
                    <a:pt x="545560" y="269265"/>
                  </a:cubicBezTo>
                  <a:lnTo>
                    <a:pt x="756397" y="367662"/>
                  </a:lnTo>
                  <a:cubicBezTo>
                    <a:pt x="762403" y="370465"/>
                    <a:pt x="766242" y="376493"/>
                    <a:pt x="766242" y="383121"/>
                  </a:cubicBezTo>
                  <a:cubicBezTo>
                    <a:pt x="766242" y="389749"/>
                    <a:pt x="762403" y="395777"/>
                    <a:pt x="756397" y="398580"/>
                  </a:cubicBezTo>
                  <a:lnTo>
                    <a:pt x="545560" y="496977"/>
                  </a:lnTo>
                  <a:cubicBezTo>
                    <a:pt x="524163" y="506963"/>
                    <a:pt x="506963" y="524163"/>
                    <a:pt x="496977" y="545560"/>
                  </a:cubicBezTo>
                  <a:lnTo>
                    <a:pt x="398580" y="756397"/>
                  </a:lnTo>
                  <a:cubicBezTo>
                    <a:pt x="395777" y="762403"/>
                    <a:pt x="389749" y="766242"/>
                    <a:pt x="383121" y="766242"/>
                  </a:cubicBezTo>
                  <a:cubicBezTo>
                    <a:pt x="376493" y="766242"/>
                    <a:pt x="370465" y="762403"/>
                    <a:pt x="367662" y="756397"/>
                  </a:cubicBezTo>
                  <a:lnTo>
                    <a:pt x="269265" y="545560"/>
                  </a:lnTo>
                  <a:cubicBezTo>
                    <a:pt x="259279" y="524163"/>
                    <a:pt x="242079" y="506963"/>
                    <a:pt x="220682" y="496977"/>
                  </a:cubicBezTo>
                  <a:lnTo>
                    <a:pt x="9845" y="398580"/>
                  </a:lnTo>
                  <a:cubicBezTo>
                    <a:pt x="3839" y="395777"/>
                    <a:pt x="0" y="389749"/>
                    <a:pt x="0" y="383121"/>
                  </a:cubicBezTo>
                  <a:cubicBezTo>
                    <a:pt x="0" y="376493"/>
                    <a:pt x="3839" y="370465"/>
                    <a:pt x="9845" y="367662"/>
                  </a:cubicBezTo>
                  <a:lnTo>
                    <a:pt x="220682" y="269265"/>
                  </a:lnTo>
                  <a:cubicBezTo>
                    <a:pt x="242079" y="259279"/>
                    <a:pt x="259279" y="242079"/>
                    <a:pt x="269265" y="220682"/>
                  </a:cubicBezTo>
                  <a:lnTo>
                    <a:pt x="367662" y="9845"/>
                  </a:lnTo>
                  <a:cubicBezTo>
                    <a:pt x="370465" y="3839"/>
                    <a:pt x="376493" y="0"/>
                    <a:pt x="383121" y="0"/>
                  </a:cubicBezTo>
                  <a:cubicBezTo>
                    <a:pt x="389749" y="0"/>
                    <a:pt x="395777" y="3839"/>
                    <a:pt x="398580" y="984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65200"/>
                  </a:srgbClr>
                </a:gs>
                <a:gs pos="100000">
                  <a:srgbClr val="EDF0F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760085" y="1340958"/>
            <a:ext cx="2366861" cy="1853647"/>
          </a:xfrm>
          <a:custGeom>
            <a:avLst/>
            <a:gdLst/>
            <a:ahLst/>
            <a:cxnLst/>
            <a:rect r="r" b="b" t="t" l="l"/>
            <a:pathLst>
              <a:path h="1853647" w="2366861">
                <a:moveTo>
                  <a:pt x="0" y="0"/>
                </a:moveTo>
                <a:lnTo>
                  <a:pt x="2366861" y="0"/>
                </a:lnTo>
                <a:lnTo>
                  <a:pt x="2366861" y="1853647"/>
                </a:lnTo>
                <a:lnTo>
                  <a:pt x="0" y="185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DAGmiR3qKqA</dc:identifier>
  <dcterms:modified xsi:type="dcterms:W3CDTF">2011-08-01T06:04:30Z</dcterms:modified>
  <cp:revision>1</cp:revision>
  <dc:title>Stock Market</dc:title>
</cp:coreProperties>
</file>